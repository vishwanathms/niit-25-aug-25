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8" r:id="rId5"/>
    <p:sldId id="276" r:id="rId6"/>
    <p:sldId id="275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6204A-E88D-4814-AF7E-67F3FD05AA17}" v="23" dt="2021-05-21T04:11:13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513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S, Prajith" userId="1c8506e4-e5f8-49b6-828d-4ba5399733f3" providerId="ADAL" clId="{401472F3-636C-454D-98CF-92D5ABFF8EC6}"/>
    <pc:docChg chg="undo custSel addSld delSld modSld">
      <pc:chgData name="PS, Prajith" userId="1c8506e4-e5f8-49b6-828d-4ba5399733f3" providerId="ADAL" clId="{401472F3-636C-454D-98CF-92D5ABFF8EC6}" dt="2021-05-19T14:43:47.938" v="721" actId="403"/>
      <pc:docMkLst>
        <pc:docMk/>
      </pc:docMkLst>
      <pc:sldChg chg="addSp delSp modSp mod setBg setClrOvrMap">
        <pc:chgData name="PS, Prajith" userId="1c8506e4-e5f8-49b6-828d-4ba5399733f3" providerId="ADAL" clId="{401472F3-636C-454D-98CF-92D5ABFF8EC6}" dt="2021-05-19T14:41:30.011" v="689" actId="26606"/>
        <pc:sldMkLst>
          <pc:docMk/>
          <pc:sldMk cId="3657147490" sldId="256"/>
        </pc:sldMkLst>
        <pc:spChg chg="mod">
          <ac:chgData name="PS, Prajith" userId="1c8506e4-e5f8-49b6-828d-4ba5399733f3" providerId="ADAL" clId="{401472F3-636C-454D-98CF-92D5ABFF8EC6}" dt="2021-05-19T14:41:30.011" v="689" actId="26606"/>
          <ac:spMkLst>
            <pc:docMk/>
            <pc:sldMk cId="3657147490" sldId="256"/>
            <ac:spMk id="2" creationId="{4BEE640C-134B-41A8-9662-818ECB40A56D}"/>
          </ac:spMkLst>
        </pc:spChg>
        <pc:spChg chg="add del">
          <ac:chgData name="PS, Prajith" userId="1c8506e4-e5f8-49b6-828d-4ba5399733f3" providerId="ADAL" clId="{401472F3-636C-454D-98CF-92D5ABFF8EC6}" dt="2021-05-19T14:41:30.011" v="689" actId="26606"/>
          <ac:spMkLst>
            <pc:docMk/>
            <pc:sldMk cId="3657147490" sldId="256"/>
            <ac:spMk id="7" creationId="{DA3C47C2-33A2-44B2-BEAB-FEB679075C24}"/>
          </ac:spMkLst>
        </pc:spChg>
        <pc:spChg chg="add del">
          <ac:chgData name="PS, Prajith" userId="1c8506e4-e5f8-49b6-828d-4ba5399733f3" providerId="ADAL" clId="{401472F3-636C-454D-98CF-92D5ABFF8EC6}" dt="2021-05-19T14:41:30.011" v="689" actId="26606"/>
          <ac:spMkLst>
            <pc:docMk/>
            <pc:sldMk cId="3657147490" sldId="256"/>
            <ac:spMk id="9" creationId="{AD182BA8-54AD-4D9F-8264-B0FA8BB47D7C}"/>
          </ac:spMkLst>
        </pc:spChg>
        <pc:spChg chg="add del">
          <ac:chgData name="PS, Prajith" userId="1c8506e4-e5f8-49b6-828d-4ba5399733f3" providerId="ADAL" clId="{401472F3-636C-454D-98CF-92D5ABFF8EC6}" dt="2021-05-19T14:41:30.011" v="689" actId="26606"/>
          <ac:spMkLst>
            <pc:docMk/>
            <pc:sldMk cId="3657147490" sldId="256"/>
            <ac:spMk id="11" creationId="{4ED83379-0499-45E1-AB78-6AA230F96442}"/>
          </ac:spMkLst>
        </pc:spChg>
        <pc:spChg chg="add">
          <ac:chgData name="PS, Prajith" userId="1c8506e4-e5f8-49b6-828d-4ba5399733f3" providerId="ADAL" clId="{401472F3-636C-454D-98CF-92D5ABFF8EC6}" dt="2021-05-19T14:41:30.011" v="689" actId="26606"/>
          <ac:spMkLst>
            <pc:docMk/>
            <pc:sldMk cId="3657147490" sldId="256"/>
            <ac:spMk id="16" creationId="{FFD48BC7-DC40-47DE-87EE-9F4B6ECB9ABB}"/>
          </ac:spMkLst>
        </pc:spChg>
        <pc:spChg chg="add">
          <ac:chgData name="PS, Prajith" userId="1c8506e4-e5f8-49b6-828d-4ba5399733f3" providerId="ADAL" clId="{401472F3-636C-454D-98CF-92D5ABFF8EC6}" dt="2021-05-19T14:41:30.011" v="689" actId="26606"/>
          <ac:spMkLst>
            <pc:docMk/>
            <pc:sldMk cId="3657147490" sldId="256"/>
            <ac:spMk id="18" creationId="{E502BBC7-2C76-46F3-BC24-5985BC13DB88}"/>
          </ac:spMkLst>
        </pc:spChg>
        <pc:spChg chg="add">
          <ac:chgData name="PS, Prajith" userId="1c8506e4-e5f8-49b6-828d-4ba5399733f3" providerId="ADAL" clId="{401472F3-636C-454D-98CF-92D5ABFF8EC6}" dt="2021-05-19T14:41:30.011" v="689" actId="26606"/>
          <ac:spMkLst>
            <pc:docMk/>
            <pc:sldMk cId="3657147490" sldId="256"/>
            <ac:spMk id="20" creationId="{C7F28D52-2A5F-4D23-81AE-7CB8B591C7AF}"/>
          </ac:spMkLst>
        </pc:spChg>
        <pc:spChg chg="add">
          <ac:chgData name="PS, Prajith" userId="1c8506e4-e5f8-49b6-828d-4ba5399733f3" providerId="ADAL" clId="{401472F3-636C-454D-98CF-92D5ABFF8EC6}" dt="2021-05-19T14:41:30.011" v="689" actId="26606"/>
          <ac:spMkLst>
            <pc:docMk/>
            <pc:sldMk cId="3657147490" sldId="256"/>
            <ac:spMk id="22" creationId="{3629484E-3792-4B3D-89AD-7C8A1ED0E0D4}"/>
          </ac:spMkLst>
        </pc:spChg>
      </pc:sldChg>
      <pc:sldChg chg="addSp delSp modSp mod setBg setClrOvrMap">
        <pc:chgData name="PS, Prajith" userId="1c8506e4-e5f8-49b6-828d-4ba5399733f3" providerId="ADAL" clId="{401472F3-636C-454D-98CF-92D5ABFF8EC6}" dt="2021-05-19T14:41:34.577" v="690" actId="26606"/>
        <pc:sldMkLst>
          <pc:docMk/>
          <pc:sldMk cId="1205685870" sldId="263"/>
        </pc:sldMkLst>
        <pc:spChg chg="mod">
          <ac:chgData name="PS, Prajith" userId="1c8506e4-e5f8-49b6-828d-4ba5399733f3" providerId="ADAL" clId="{401472F3-636C-454D-98CF-92D5ABFF8EC6}" dt="2021-05-19T14:41:34.577" v="690" actId="26606"/>
          <ac:spMkLst>
            <pc:docMk/>
            <pc:sldMk cId="1205685870" sldId="263"/>
            <ac:spMk id="2" creationId="{FEA9D092-4D58-4724-A546-5A018ABE2672}"/>
          </ac:spMkLst>
        </pc:spChg>
        <pc:spChg chg="mod">
          <ac:chgData name="PS, Prajith" userId="1c8506e4-e5f8-49b6-828d-4ba5399733f3" providerId="ADAL" clId="{401472F3-636C-454D-98CF-92D5ABFF8EC6}" dt="2021-05-19T14:41:34.577" v="690" actId="26606"/>
          <ac:spMkLst>
            <pc:docMk/>
            <pc:sldMk cId="1205685870" sldId="263"/>
            <ac:spMk id="3" creationId="{12A0BD8D-7413-45E8-8CDA-C47DADBEED94}"/>
          </ac:spMkLst>
        </pc:spChg>
        <pc:spChg chg="add del">
          <ac:chgData name="PS, Prajith" userId="1c8506e4-e5f8-49b6-828d-4ba5399733f3" providerId="ADAL" clId="{401472F3-636C-454D-98CF-92D5ABFF8EC6}" dt="2021-05-19T14:41:34.577" v="690" actId="26606"/>
          <ac:spMkLst>
            <pc:docMk/>
            <pc:sldMk cId="1205685870" sldId="263"/>
            <ac:spMk id="10" creationId="{C7FA33FF-088D-4F16-95A2-2C64D353DEA8}"/>
          </ac:spMkLst>
        </pc:spChg>
        <pc:spChg chg="add del">
          <ac:chgData name="PS, Prajith" userId="1c8506e4-e5f8-49b6-828d-4ba5399733f3" providerId="ADAL" clId="{401472F3-636C-454D-98CF-92D5ABFF8EC6}" dt="2021-05-19T14:41:34.577" v="690" actId="26606"/>
          <ac:spMkLst>
            <pc:docMk/>
            <pc:sldMk cId="1205685870" sldId="263"/>
            <ac:spMk id="12" creationId="{A376EFB1-01CF-419F-ABF1-2AF02BBFCBD1}"/>
          </ac:spMkLst>
        </pc:spChg>
        <pc:spChg chg="add del">
          <ac:chgData name="PS, Prajith" userId="1c8506e4-e5f8-49b6-828d-4ba5399733f3" providerId="ADAL" clId="{401472F3-636C-454D-98CF-92D5ABFF8EC6}" dt="2021-05-19T14:41:34.577" v="690" actId="26606"/>
          <ac:spMkLst>
            <pc:docMk/>
            <pc:sldMk cId="1205685870" sldId="263"/>
            <ac:spMk id="14" creationId="{FF9DEA15-78BD-4750-AA18-B9F28A6D5AB8}"/>
          </ac:spMkLst>
        </pc:spChg>
        <pc:spChg chg="add">
          <ac:chgData name="PS, Prajith" userId="1c8506e4-e5f8-49b6-828d-4ba5399733f3" providerId="ADAL" clId="{401472F3-636C-454D-98CF-92D5ABFF8EC6}" dt="2021-05-19T14:41:34.577" v="690" actId="26606"/>
          <ac:spMkLst>
            <pc:docMk/>
            <pc:sldMk cId="1205685870" sldId="263"/>
            <ac:spMk id="19" creationId="{352BEC0E-22F8-46D0-9632-375DB541B06C}"/>
          </ac:spMkLst>
        </pc:spChg>
        <pc:spChg chg="add">
          <ac:chgData name="PS, Prajith" userId="1c8506e4-e5f8-49b6-828d-4ba5399733f3" providerId="ADAL" clId="{401472F3-636C-454D-98CF-92D5ABFF8EC6}" dt="2021-05-19T14:41:34.577" v="690" actId="26606"/>
          <ac:spMkLst>
            <pc:docMk/>
            <pc:sldMk cId="1205685870" sldId="263"/>
            <ac:spMk id="21" creationId="{3FCFB1DE-0B7E-48CC-BA90-B2AB0889F9D6}"/>
          </ac:spMkLst>
        </pc:spChg>
        <pc:picChg chg="mod">
          <ac:chgData name="PS, Prajith" userId="1c8506e4-e5f8-49b6-828d-4ba5399733f3" providerId="ADAL" clId="{401472F3-636C-454D-98CF-92D5ABFF8EC6}" dt="2021-05-19T14:41:34.577" v="690" actId="26606"/>
          <ac:picMkLst>
            <pc:docMk/>
            <pc:sldMk cId="1205685870" sldId="263"/>
            <ac:picMk id="4" creationId="{EA52CB71-7E99-4014-AF16-B96139D42484}"/>
          </ac:picMkLst>
        </pc:picChg>
        <pc:picChg chg="mod">
          <ac:chgData name="PS, Prajith" userId="1c8506e4-e5f8-49b6-828d-4ba5399733f3" providerId="ADAL" clId="{401472F3-636C-454D-98CF-92D5ABFF8EC6}" dt="2021-05-19T14:41:34.577" v="690" actId="26606"/>
          <ac:picMkLst>
            <pc:docMk/>
            <pc:sldMk cId="1205685870" sldId="263"/>
            <ac:picMk id="5" creationId="{FB6A4351-2702-40D2-BE86-CBEC0CC05115}"/>
          </ac:picMkLst>
        </pc:picChg>
      </pc:sldChg>
      <pc:sldChg chg="addSp delSp modSp mod setClrOvrMap">
        <pc:chgData name="PS, Prajith" userId="1c8506e4-e5f8-49b6-828d-4ba5399733f3" providerId="ADAL" clId="{401472F3-636C-454D-98CF-92D5ABFF8EC6}" dt="2021-05-19T14:41:38.369" v="691" actId="26606"/>
        <pc:sldMkLst>
          <pc:docMk/>
          <pc:sldMk cId="970864347" sldId="264"/>
        </pc:sldMkLst>
        <pc:spChg chg="mod">
          <ac:chgData name="PS, Prajith" userId="1c8506e4-e5f8-49b6-828d-4ba5399733f3" providerId="ADAL" clId="{401472F3-636C-454D-98CF-92D5ABFF8EC6}" dt="2021-05-19T14:41:38.369" v="691" actId="26606"/>
          <ac:spMkLst>
            <pc:docMk/>
            <pc:sldMk cId="970864347" sldId="264"/>
            <ac:spMk id="2" creationId="{2F1B1045-C21D-492E-AB26-C4059641DA2C}"/>
          </ac:spMkLst>
        </pc:spChg>
        <pc:spChg chg="mod">
          <ac:chgData name="PS, Prajith" userId="1c8506e4-e5f8-49b6-828d-4ba5399733f3" providerId="ADAL" clId="{401472F3-636C-454D-98CF-92D5ABFF8EC6}" dt="2021-05-19T14:41:38.369" v="691" actId="26606"/>
          <ac:spMkLst>
            <pc:docMk/>
            <pc:sldMk cId="970864347" sldId="264"/>
            <ac:spMk id="3" creationId="{13157B46-B2D7-48AD-9979-A49A392AF048}"/>
          </ac:spMkLst>
        </pc:spChg>
        <pc:spChg chg="del">
          <ac:chgData name="PS, Prajith" userId="1c8506e4-e5f8-49b6-828d-4ba5399733f3" providerId="ADAL" clId="{401472F3-636C-454D-98CF-92D5ABFF8EC6}" dt="2021-05-14T17:04:03.600" v="680" actId="26606"/>
          <ac:spMkLst>
            <pc:docMk/>
            <pc:sldMk cId="970864347" sldId="264"/>
            <ac:spMk id="11" creationId="{C95B82D5-A8BB-45BF-BED8-C7B206892100}"/>
          </ac:spMkLst>
        </pc:spChg>
        <pc:spChg chg="del">
          <ac:chgData name="PS, Prajith" userId="1c8506e4-e5f8-49b6-828d-4ba5399733f3" providerId="ADAL" clId="{401472F3-636C-454D-98CF-92D5ABFF8EC6}" dt="2021-05-14T17:04:03.600" v="680" actId="26606"/>
          <ac:spMkLst>
            <pc:docMk/>
            <pc:sldMk cId="970864347" sldId="264"/>
            <ac:spMk id="13" creationId="{296C61EC-FBF4-4216-BE67-6C864D30A01C}"/>
          </ac:spMkLst>
        </pc:spChg>
        <pc:spChg chg="del">
          <ac:chgData name="PS, Prajith" userId="1c8506e4-e5f8-49b6-828d-4ba5399733f3" providerId="ADAL" clId="{401472F3-636C-454D-98CF-92D5ABFF8EC6}" dt="2021-05-14T17:04:03.600" v="680" actId="26606"/>
          <ac:spMkLst>
            <pc:docMk/>
            <pc:sldMk cId="970864347" sldId="264"/>
            <ac:spMk id="15" creationId="{39D6C490-0229-4573-9696-B73E5B3A9C33}"/>
          </ac:spMkLst>
        </pc:spChg>
        <pc:spChg chg="add del">
          <ac:chgData name="PS, Prajith" userId="1c8506e4-e5f8-49b6-828d-4ba5399733f3" providerId="ADAL" clId="{401472F3-636C-454D-98CF-92D5ABFF8EC6}" dt="2021-05-19T14:41:38.369" v="691" actId="26606"/>
          <ac:spMkLst>
            <pc:docMk/>
            <pc:sldMk cId="970864347" sldId="264"/>
            <ac:spMk id="20" creationId="{C7FA33FF-088D-4F16-95A2-2C64D353DEA8}"/>
          </ac:spMkLst>
        </pc:spChg>
        <pc:spChg chg="add del">
          <ac:chgData name="PS, Prajith" userId="1c8506e4-e5f8-49b6-828d-4ba5399733f3" providerId="ADAL" clId="{401472F3-636C-454D-98CF-92D5ABFF8EC6}" dt="2021-05-19T14:41:38.369" v="691" actId="26606"/>
          <ac:spMkLst>
            <pc:docMk/>
            <pc:sldMk cId="970864347" sldId="264"/>
            <ac:spMk id="22" creationId="{A376EFB1-01CF-419F-ABF1-2AF02BBFCBD1}"/>
          </ac:spMkLst>
        </pc:spChg>
        <pc:spChg chg="add del">
          <ac:chgData name="PS, Prajith" userId="1c8506e4-e5f8-49b6-828d-4ba5399733f3" providerId="ADAL" clId="{401472F3-636C-454D-98CF-92D5ABFF8EC6}" dt="2021-05-19T14:41:38.369" v="691" actId="26606"/>
          <ac:spMkLst>
            <pc:docMk/>
            <pc:sldMk cId="970864347" sldId="264"/>
            <ac:spMk id="24" creationId="{FF9DEA15-78BD-4750-AA18-B9F28A6D5AB8}"/>
          </ac:spMkLst>
        </pc:spChg>
        <pc:spChg chg="add">
          <ac:chgData name="PS, Prajith" userId="1c8506e4-e5f8-49b6-828d-4ba5399733f3" providerId="ADAL" clId="{401472F3-636C-454D-98CF-92D5ABFF8EC6}" dt="2021-05-19T14:41:38.369" v="691" actId="26606"/>
          <ac:spMkLst>
            <pc:docMk/>
            <pc:sldMk cId="970864347" sldId="264"/>
            <ac:spMk id="29" creationId="{352BEC0E-22F8-46D0-9632-375DB541B06C}"/>
          </ac:spMkLst>
        </pc:spChg>
        <pc:spChg chg="add">
          <ac:chgData name="PS, Prajith" userId="1c8506e4-e5f8-49b6-828d-4ba5399733f3" providerId="ADAL" clId="{401472F3-636C-454D-98CF-92D5ABFF8EC6}" dt="2021-05-19T14:41:38.369" v="691" actId="26606"/>
          <ac:spMkLst>
            <pc:docMk/>
            <pc:sldMk cId="970864347" sldId="264"/>
            <ac:spMk id="31" creationId="{3FCFB1DE-0B7E-48CC-BA90-B2AB0889F9D6}"/>
          </ac:spMkLst>
        </pc:spChg>
        <pc:picChg chg="mod">
          <ac:chgData name="PS, Prajith" userId="1c8506e4-e5f8-49b6-828d-4ba5399733f3" providerId="ADAL" clId="{401472F3-636C-454D-98CF-92D5ABFF8EC6}" dt="2021-05-19T14:41:38.369" v="691" actId="26606"/>
          <ac:picMkLst>
            <pc:docMk/>
            <pc:sldMk cId="970864347" sldId="264"/>
            <ac:picMk id="5" creationId="{7890FCCF-EF8A-4A8B-89F7-0B1984D6D6D0}"/>
          </ac:picMkLst>
        </pc:picChg>
        <pc:picChg chg="mod">
          <ac:chgData name="PS, Prajith" userId="1c8506e4-e5f8-49b6-828d-4ba5399733f3" providerId="ADAL" clId="{401472F3-636C-454D-98CF-92D5ABFF8EC6}" dt="2021-05-19T14:41:38.369" v="691" actId="26606"/>
          <ac:picMkLst>
            <pc:docMk/>
            <pc:sldMk cId="970864347" sldId="264"/>
            <ac:picMk id="6" creationId="{24F65A7F-D1AC-4397-94AC-C35DC98B9E77}"/>
          </ac:picMkLst>
        </pc:picChg>
      </pc:sldChg>
      <pc:sldChg chg="addSp delSp modSp mod setBg">
        <pc:chgData name="PS, Prajith" userId="1c8506e4-e5f8-49b6-828d-4ba5399733f3" providerId="ADAL" clId="{401472F3-636C-454D-98CF-92D5ABFF8EC6}" dt="2021-05-19T14:41:45.590" v="692" actId="26606"/>
        <pc:sldMkLst>
          <pc:docMk/>
          <pc:sldMk cId="746668508" sldId="268"/>
        </pc:sldMkLst>
        <pc:spChg chg="mod">
          <ac:chgData name="PS, Prajith" userId="1c8506e4-e5f8-49b6-828d-4ba5399733f3" providerId="ADAL" clId="{401472F3-636C-454D-98CF-92D5ABFF8EC6}" dt="2021-05-19T14:41:45.590" v="692" actId="26606"/>
          <ac:spMkLst>
            <pc:docMk/>
            <pc:sldMk cId="746668508" sldId="268"/>
            <ac:spMk id="2" creationId="{2F1B1045-C21D-492E-AB26-C4059641DA2C}"/>
          </ac:spMkLst>
        </pc:spChg>
        <pc:spChg chg="del mod">
          <ac:chgData name="PS, Prajith" userId="1c8506e4-e5f8-49b6-828d-4ba5399733f3" providerId="ADAL" clId="{401472F3-636C-454D-98CF-92D5ABFF8EC6}" dt="2021-05-19T14:41:45.590" v="692" actId="26606"/>
          <ac:spMkLst>
            <pc:docMk/>
            <pc:sldMk cId="746668508" sldId="268"/>
            <ac:spMk id="3" creationId="{13157B46-B2D7-48AD-9979-A49A392AF048}"/>
          </ac:spMkLst>
        </pc:spChg>
        <pc:spChg chg="add del">
          <ac:chgData name="PS, Prajith" userId="1c8506e4-e5f8-49b6-828d-4ba5399733f3" providerId="ADAL" clId="{401472F3-636C-454D-98CF-92D5ABFF8EC6}" dt="2021-05-19T14:41:45.590" v="692" actId="26606"/>
          <ac:spMkLst>
            <pc:docMk/>
            <pc:sldMk cId="746668508" sldId="268"/>
            <ac:spMk id="8" creationId="{C7FA33FF-088D-4F16-95A2-2C64D353DEA8}"/>
          </ac:spMkLst>
        </pc:spChg>
        <pc:spChg chg="add del">
          <ac:chgData name="PS, Prajith" userId="1c8506e4-e5f8-49b6-828d-4ba5399733f3" providerId="ADAL" clId="{401472F3-636C-454D-98CF-92D5ABFF8EC6}" dt="2021-05-19T14:41:45.590" v="692" actId="26606"/>
          <ac:spMkLst>
            <pc:docMk/>
            <pc:sldMk cId="746668508" sldId="268"/>
            <ac:spMk id="10" creationId="{A376EFB1-01CF-419F-ABF1-2AF02BBFCBD1}"/>
          </ac:spMkLst>
        </pc:spChg>
        <pc:spChg chg="add del">
          <ac:chgData name="PS, Prajith" userId="1c8506e4-e5f8-49b6-828d-4ba5399733f3" providerId="ADAL" clId="{401472F3-636C-454D-98CF-92D5ABFF8EC6}" dt="2021-05-19T14:41:45.590" v="692" actId="26606"/>
          <ac:spMkLst>
            <pc:docMk/>
            <pc:sldMk cId="746668508" sldId="268"/>
            <ac:spMk id="12" creationId="{FF9DEA15-78BD-4750-AA18-B9F28A6D5AB8}"/>
          </ac:spMkLst>
        </pc:spChg>
        <pc:spChg chg="add">
          <ac:chgData name="PS, Prajith" userId="1c8506e4-e5f8-49b6-828d-4ba5399733f3" providerId="ADAL" clId="{401472F3-636C-454D-98CF-92D5ABFF8EC6}" dt="2021-05-19T14:41:45.590" v="692" actId="26606"/>
          <ac:spMkLst>
            <pc:docMk/>
            <pc:sldMk cId="746668508" sldId="268"/>
            <ac:spMk id="18" creationId="{2E442304-DDBD-4F7B-8017-36BCC863FB40}"/>
          </ac:spMkLst>
        </pc:spChg>
        <pc:spChg chg="add">
          <ac:chgData name="PS, Prajith" userId="1c8506e4-e5f8-49b6-828d-4ba5399733f3" providerId="ADAL" clId="{401472F3-636C-454D-98CF-92D5ABFF8EC6}" dt="2021-05-19T14:41:45.590" v="692" actId="26606"/>
          <ac:spMkLst>
            <pc:docMk/>
            <pc:sldMk cId="746668508" sldId="268"/>
            <ac:spMk id="20" creationId="{5E107275-3853-46FD-A241-DE4355A42675}"/>
          </ac:spMkLst>
        </pc:spChg>
        <pc:graphicFrameChg chg="add">
          <ac:chgData name="PS, Prajith" userId="1c8506e4-e5f8-49b6-828d-4ba5399733f3" providerId="ADAL" clId="{401472F3-636C-454D-98CF-92D5ABFF8EC6}" dt="2021-05-19T14:41:45.590" v="692" actId="26606"/>
          <ac:graphicFrameMkLst>
            <pc:docMk/>
            <pc:sldMk cId="746668508" sldId="268"/>
            <ac:graphicFrameMk id="14" creationId="{C47122AE-37DC-4790-8A5A-451DDEC76010}"/>
          </ac:graphicFrameMkLst>
        </pc:graphicFrameChg>
      </pc:sldChg>
      <pc:sldChg chg="del">
        <pc:chgData name="PS, Prajith" userId="1c8506e4-e5f8-49b6-828d-4ba5399733f3" providerId="ADAL" clId="{401472F3-636C-454D-98CF-92D5ABFF8EC6}" dt="2021-05-14T16:39:57.809" v="45" actId="2696"/>
        <pc:sldMkLst>
          <pc:docMk/>
          <pc:sldMk cId="1797940969" sldId="274"/>
        </pc:sldMkLst>
      </pc:sldChg>
      <pc:sldChg chg="addSp delSp modSp mod setBg">
        <pc:chgData name="PS, Prajith" userId="1c8506e4-e5f8-49b6-828d-4ba5399733f3" providerId="ADAL" clId="{401472F3-636C-454D-98CF-92D5ABFF8EC6}" dt="2021-05-19T14:43:04.090" v="708" actId="26606"/>
        <pc:sldMkLst>
          <pc:docMk/>
          <pc:sldMk cId="3750057073" sldId="275"/>
        </pc:sldMkLst>
        <pc:spChg chg="mod">
          <ac:chgData name="PS, Prajith" userId="1c8506e4-e5f8-49b6-828d-4ba5399733f3" providerId="ADAL" clId="{401472F3-636C-454D-98CF-92D5ABFF8EC6}" dt="2021-05-19T14:43:04.090" v="708" actId="26606"/>
          <ac:spMkLst>
            <pc:docMk/>
            <pc:sldMk cId="3750057073" sldId="275"/>
            <ac:spMk id="2" creationId="{2F1B1045-C21D-492E-AB26-C4059641DA2C}"/>
          </ac:spMkLst>
        </pc:spChg>
        <pc:spChg chg="mod">
          <ac:chgData name="PS, Prajith" userId="1c8506e4-e5f8-49b6-828d-4ba5399733f3" providerId="ADAL" clId="{401472F3-636C-454D-98CF-92D5ABFF8EC6}" dt="2021-05-19T14:43:04.090" v="708" actId="26606"/>
          <ac:spMkLst>
            <pc:docMk/>
            <pc:sldMk cId="3750057073" sldId="275"/>
            <ac:spMk id="3" creationId="{13157B46-B2D7-48AD-9979-A49A392AF048}"/>
          </ac:spMkLst>
        </pc:spChg>
        <pc:spChg chg="add del">
          <ac:chgData name="PS, Prajith" userId="1c8506e4-e5f8-49b6-828d-4ba5399733f3" providerId="ADAL" clId="{401472F3-636C-454D-98CF-92D5ABFF8EC6}" dt="2021-05-19T14:43:04.090" v="708" actId="26606"/>
          <ac:spMkLst>
            <pc:docMk/>
            <pc:sldMk cId="3750057073" sldId="275"/>
            <ac:spMk id="8" creationId="{C7FA33FF-088D-4F16-95A2-2C64D353DEA8}"/>
          </ac:spMkLst>
        </pc:spChg>
        <pc:spChg chg="add del">
          <ac:chgData name="PS, Prajith" userId="1c8506e4-e5f8-49b6-828d-4ba5399733f3" providerId="ADAL" clId="{401472F3-636C-454D-98CF-92D5ABFF8EC6}" dt="2021-05-19T14:43:04.090" v="708" actId="26606"/>
          <ac:spMkLst>
            <pc:docMk/>
            <pc:sldMk cId="3750057073" sldId="275"/>
            <ac:spMk id="10" creationId="{A376EFB1-01CF-419F-ABF1-2AF02BBFCBD1}"/>
          </ac:spMkLst>
        </pc:spChg>
        <pc:spChg chg="add del">
          <ac:chgData name="PS, Prajith" userId="1c8506e4-e5f8-49b6-828d-4ba5399733f3" providerId="ADAL" clId="{401472F3-636C-454D-98CF-92D5ABFF8EC6}" dt="2021-05-19T14:43:04.090" v="708" actId="26606"/>
          <ac:spMkLst>
            <pc:docMk/>
            <pc:sldMk cId="3750057073" sldId="275"/>
            <ac:spMk id="12" creationId="{FF9DEA15-78BD-4750-AA18-B9F28A6D5AB8}"/>
          </ac:spMkLst>
        </pc:spChg>
        <pc:spChg chg="add">
          <ac:chgData name="PS, Prajith" userId="1c8506e4-e5f8-49b6-828d-4ba5399733f3" providerId="ADAL" clId="{401472F3-636C-454D-98CF-92D5ABFF8EC6}" dt="2021-05-19T14:43:04.090" v="708" actId="26606"/>
          <ac:spMkLst>
            <pc:docMk/>
            <pc:sldMk cId="3750057073" sldId="275"/>
            <ac:spMk id="17" creationId="{777A147A-9ED8-46B4-8660-1B3C2AA880B5}"/>
          </ac:spMkLst>
        </pc:spChg>
        <pc:spChg chg="add">
          <ac:chgData name="PS, Prajith" userId="1c8506e4-e5f8-49b6-828d-4ba5399733f3" providerId="ADAL" clId="{401472F3-636C-454D-98CF-92D5ABFF8EC6}" dt="2021-05-19T14:43:04.090" v="708" actId="26606"/>
          <ac:spMkLst>
            <pc:docMk/>
            <pc:sldMk cId="3750057073" sldId="275"/>
            <ac:spMk id="19" creationId="{5D6C15A0-C087-4593-8414-2B4EC1CDC3DE}"/>
          </ac:spMkLst>
        </pc:spChg>
      </pc:sldChg>
      <pc:sldChg chg="addSp delSp modSp mod setClrOvrMap">
        <pc:chgData name="PS, Prajith" userId="1c8506e4-e5f8-49b6-828d-4ba5399733f3" providerId="ADAL" clId="{401472F3-636C-454D-98CF-92D5ABFF8EC6}" dt="2021-05-19T14:42:49.629" v="707" actId="14100"/>
        <pc:sldMkLst>
          <pc:docMk/>
          <pc:sldMk cId="979139386" sldId="276"/>
        </pc:sldMkLst>
        <pc:spChg chg="mod">
          <ac:chgData name="PS, Prajith" userId="1c8506e4-e5f8-49b6-828d-4ba5399733f3" providerId="ADAL" clId="{401472F3-636C-454D-98CF-92D5ABFF8EC6}" dt="2021-05-19T14:42:23.085" v="701" actId="26606"/>
          <ac:spMkLst>
            <pc:docMk/>
            <pc:sldMk cId="979139386" sldId="276"/>
            <ac:spMk id="2" creationId="{2F1B1045-C21D-492E-AB26-C4059641DA2C}"/>
          </ac:spMkLst>
        </pc:spChg>
        <pc:spChg chg="mod">
          <ac:chgData name="PS, Prajith" userId="1c8506e4-e5f8-49b6-828d-4ba5399733f3" providerId="ADAL" clId="{401472F3-636C-454D-98CF-92D5ABFF8EC6}" dt="2021-05-19T14:42:23.085" v="701" actId="26606"/>
          <ac:spMkLst>
            <pc:docMk/>
            <pc:sldMk cId="979139386" sldId="276"/>
            <ac:spMk id="8" creationId="{BF432EC3-37D3-41FC-B6CE-43F86C7E8BBB}"/>
          </ac:spMkLst>
        </pc:spChg>
        <pc:spChg chg="add del">
          <ac:chgData name="PS, Prajith" userId="1c8506e4-e5f8-49b6-828d-4ba5399733f3" providerId="ADAL" clId="{401472F3-636C-454D-98CF-92D5ABFF8EC6}" dt="2021-05-14T16:35:32.284" v="2" actId="26606"/>
          <ac:spMkLst>
            <pc:docMk/>
            <pc:sldMk cId="979139386" sldId="276"/>
            <ac:spMk id="11" creationId="{5E39A796-BE83-48B1-B33F-35C4A32AAB57}"/>
          </ac:spMkLst>
        </pc:spChg>
        <pc:spChg chg="add del">
          <ac:chgData name="PS, Prajith" userId="1c8506e4-e5f8-49b6-828d-4ba5399733f3" providerId="ADAL" clId="{401472F3-636C-454D-98CF-92D5ABFF8EC6}" dt="2021-05-14T16:35:32.284" v="2" actId="26606"/>
          <ac:spMkLst>
            <pc:docMk/>
            <pc:sldMk cId="979139386" sldId="276"/>
            <ac:spMk id="13" creationId="{72F84B47-E267-4194-8194-831DB7B5547F}"/>
          </ac:spMkLst>
        </pc:spChg>
        <pc:spChg chg="add del">
          <ac:chgData name="PS, Prajith" userId="1c8506e4-e5f8-49b6-828d-4ba5399733f3" providerId="ADAL" clId="{401472F3-636C-454D-98CF-92D5ABFF8EC6}" dt="2021-05-14T16:35:32.259" v="1" actId="26606"/>
          <ac:spMkLst>
            <pc:docMk/>
            <pc:sldMk cId="979139386" sldId="276"/>
            <ac:spMk id="18" creationId="{5AAE9118-0436-4488-AC4A-C14DF6A7B6B1}"/>
          </ac:spMkLst>
        </pc:spChg>
        <pc:spChg chg="add del">
          <ac:chgData name="PS, Prajith" userId="1c8506e4-e5f8-49b6-828d-4ba5399733f3" providerId="ADAL" clId="{401472F3-636C-454D-98CF-92D5ABFF8EC6}" dt="2021-05-14T16:35:32.259" v="1" actId="26606"/>
          <ac:spMkLst>
            <pc:docMk/>
            <pc:sldMk cId="979139386" sldId="276"/>
            <ac:spMk id="20" creationId="{1B10F861-B8F1-49C7-BD58-EAB20CEE7F93}"/>
          </ac:spMkLst>
        </pc:spChg>
        <pc:spChg chg="add del">
          <ac:chgData name="PS, Prajith" userId="1c8506e4-e5f8-49b6-828d-4ba5399733f3" providerId="ADAL" clId="{401472F3-636C-454D-98CF-92D5ABFF8EC6}" dt="2021-05-14T16:35:32.259" v="1" actId="26606"/>
          <ac:spMkLst>
            <pc:docMk/>
            <pc:sldMk cId="979139386" sldId="276"/>
            <ac:spMk id="22" creationId="{61F6E425-22AB-4DA2-8FAC-58ADB58EF6C3}"/>
          </ac:spMkLst>
        </pc:spChg>
        <pc:spChg chg="add del">
          <ac:chgData name="PS, Prajith" userId="1c8506e4-e5f8-49b6-828d-4ba5399733f3" providerId="ADAL" clId="{401472F3-636C-454D-98CF-92D5ABFF8EC6}" dt="2021-05-14T16:51:19.221" v="344" actId="26606"/>
          <ac:spMkLst>
            <pc:docMk/>
            <pc:sldMk cId="979139386" sldId="276"/>
            <ac:spMk id="24" creationId="{5AAE9118-0436-4488-AC4A-C14DF6A7B6B1}"/>
          </ac:spMkLst>
        </pc:spChg>
        <pc:spChg chg="add del">
          <ac:chgData name="PS, Prajith" userId="1c8506e4-e5f8-49b6-828d-4ba5399733f3" providerId="ADAL" clId="{401472F3-636C-454D-98CF-92D5ABFF8EC6}" dt="2021-05-14T16:51:19.221" v="344" actId="26606"/>
          <ac:spMkLst>
            <pc:docMk/>
            <pc:sldMk cId="979139386" sldId="276"/>
            <ac:spMk id="25" creationId="{48AADC38-41AB-482C-B8C3-6B9CD91B678A}"/>
          </ac:spMkLst>
        </pc:spChg>
        <pc:spChg chg="add del">
          <ac:chgData name="PS, Prajith" userId="1c8506e4-e5f8-49b6-828d-4ba5399733f3" providerId="ADAL" clId="{401472F3-636C-454D-98CF-92D5ABFF8EC6}" dt="2021-05-19T14:42:23.085" v="701" actId="26606"/>
          <ac:spMkLst>
            <pc:docMk/>
            <pc:sldMk cId="979139386" sldId="276"/>
            <ac:spMk id="27" creationId="{C7FA33FF-088D-4F16-95A2-2C64D353DEA8}"/>
          </ac:spMkLst>
        </pc:spChg>
        <pc:spChg chg="add del">
          <ac:chgData name="PS, Prajith" userId="1c8506e4-e5f8-49b6-828d-4ba5399733f3" providerId="ADAL" clId="{401472F3-636C-454D-98CF-92D5ABFF8EC6}" dt="2021-05-19T14:42:23.085" v="701" actId="26606"/>
          <ac:spMkLst>
            <pc:docMk/>
            <pc:sldMk cId="979139386" sldId="276"/>
            <ac:spMk id="28" creationId="{A376EFB1-01CF-419F-ABF1-2AF02BBFCBD1}"/>
          </ac:spMkLst>
        </pc:spChg>
        <pc:spChg chg="add del">
          <ac:chgData name="PS, Prajith" userId="1c8506e4-e5f8-49b6-828d-4ba5399733f3" providerId="ADAL" clId="{401472F3-636C-454D-98CF-92D5ABFF8EC6}" dt="2021-05-19T14:42:23.085" v="701" actId="26606"/>
          <ac:spMkLst>
            <pc:docMk/>
            <pc:sldMk cId="979139386" sldId="276"/>
            <ac:spMk id="29" creationId="{FF9DEA15-78BD-4750-AA18-B9F28A6D5AB8}"/>
          </ac:spMkLst>
        </pc:spChg>
        <pc:spChg chg="add del">
          <ac:chgData name="PS, Prajith" userId="1c8506e4-e5f8-49b6-828d-4ba5399733f3" providerId="ADAL" clId="{401472F3-636C-454D-98CF-92D5ABFF8EC6}" dt="2021-05-14T16:36:39.612" v="17" actId="26606"/>
          <ac:spMkLst>
            <pc:docMk/>
            <pc:sldMk cId="979139386" sldId="276"/>
            <ac:spMk id="30" creationId="{385E1BDC-A9B0-4A87-82E3-F3187F69A802}"/>
          </ac:spMkLst>
        </pc:spChg>
        <pc:spChg chg="add del">
          <ac:chgData name="PS, Prajith" userId="1c8506e4-e5f8-49b6-828d-4ba5399733f3" providerId="ADAL" clId="{401472F3-636C-454D-98CF-92D5ABFF8EC6}" dt="2021-05-19T14:42:01.364" v="694" actId="26606"/>
          <ac:spMkLst>
            <pc:docMk/>
            <pc:sldMk cId="979139386" sldId="276"/>
            <ac:spMk id="31" creationId="{69D47016-023F-44BD-981C-50E7A10A6609}"/>
          </ac:spMkLst>
        </pc:spChg>
        <pc:spChg chg="add del">
          <ac:chgData name="PS, Prajith" userId="1c8506e4-e5f8-49b6-828d-4ba5399733f3" providerId="ADAL" clId="{401472F3-636C-454D-98CF-92D5ABFF8EC6}" dt="2021-05-14T16:36:39.612" v="17" actId="26606"/>
          <ac:spMkLst>
            <pc:docMk/>
            <pc:sldMk cId="979139386" sldId="276"/>
            <ac:spMk id="32" creationId="{0990C621-3B8B-4820-8328-D47EF7CE823C}"/>
          </ac:spMkLst>
        </pc:spChg>
        <pc:spChg chg="add del">
          <ac:chgData name="PS, Prajith" userId="1c8506e4-e5f8-49b6-828d-4ba5399733f3" providerId="ADAL" clId="{401472F3-636C-454D-98CF-92D5ABFF8EC6}" dt="2021-05-19T14:42:01.364" v="694" actId="26606"/>
          <ac:spMkLst>
            <pc:docMk/>
            <pc:sldMk cId="979139386" sldId="276"/>
            <ac:spMk id="33" creationId="{6D8B37B0-0682-433E-BC8D-498C04ABD9A7}"/>
          </ac:spMkLst>
        </pc:spChg>
        <pc:spChg chg="add del">
          <ac:chgData name="PS, Prajith" userId="1c8506e4-e5f8-49b6-828d-4ba5399733f3" providerId="ADAL" clId="{401472F3-636C-454D-98CF-92D5ABFF8EC6}" dt="2021-05-14T16:36:39.612" v="17" actId="26606"/>
          <ac:spMkLst>
            <pc:docMk/>
            <pc:sldMk cId="979139386" sldId="276"/>
            <ac:spMk id="34" creationId="{C1A2385B-1D2A-4E17-84FA-6CB7F0AAE473}"/>
          </ac:spMkLst>
        </pc:spChg>
        <pc:spChg chg="add del">
          <ac:chgData name="PS, Prajith" userId="1c8506e4-e5f8-49b6-828d-4ba5399733f3" providerId="ADAL" clId="{401472F3-636C-454D-98CF-92D5ABFF8EC6}" dt="2021-05-19T14:42:05.715" v="696" actId="26606"/>
          <ac:spMkLst>
            <pc:docMk/>
            <pc:sldMk cId="979139386" sldId="276"/>
            <ac:spMk id="35" creationId="{F83B1BEA-1159-4AE5-AD9B-9440E5189009}"/>
          </ac:spMkLst>
        </pc:spChg>
        <pc:spChg chg="add del">
          <ac:chgData name="PS, Prajith" userId="1c8506e4-e5f8-49b6-828d-4ba5399733f3" providerId="ADAL" clId="{401472F3-636C-454D-98CF-92D5ABFF8EC6}" dt="2021-05-14T16:36:39.612" v="17" actId="26606"/>
          <ac:spMkLst>
            <pc:docMk/>
            <pc:sldMk cId="979139386" sldId="276"/>
            <ac:spMk id="36" creationId="{5E791F2F-79DB-4CC0-9FA1-001E3E91E8B7}"/>
          </ac:spMkLst>
        </pc:spChg>
        <pc:spChg chg="add del">
          <ac:chgData name="PS, Prajith" userId="1c8506e4-e5f8-49b6-828d-4ba5399733f3" providerId="ADAL" clId="{401472F3-636C-454D-98CF-92D5ABFF8EC6}" dt="2021-05-19T14:42:05.715" v="696" actId="26606"/>
          <ac:spMkLst>
            <pc:docMk/>
            <pc:sldMk cId="979139386" sldId="276"/>
            <ac:spMk id="37" creationId="{5D50C310-510F-45B8-81D2-BE905D5C6D58}"/>
          </ac:spMkLst>
        </pc:spChg>
        <pc:spChg chg="add del">
          <ac:chgData name="PS, Prajith" userId="1c8506e4-e5f8-49b6-828d-4ba5399733f3" providerId="ADAL" clId="{401472F3-636C-454D-98CF-92D5ABFF8EC6}" dt="2021-05-14T16:36:41.075" v="19" actId="26606"/>
          <ac:spMkLst>
            <pc:docMk/>
            <pc:sldMk cId="979139386" sldId="276"/>
            <ac:spMk id="38" creationId="{1382A32C-5B0C-4B1C-A074-76C6DBCC9F87}"/>
          </ac:spMkLst>
        </pc:spChg>
        <pc:spChg chg="add del">
          <ac:chgData name="PS, Prajith" userId="1c8506e4-e5f8-49b6-828d-4ba5399733f3" providerId="ADAL" clId="{401472F3-636C-454D-98CF-92D5ABFF8EC6}" dt="2021-05-14T16:36:41.075" v="19" actId="26606"/>
          <ac:spMkLst>
            <pc:docMk/>
            <pc:sldMk cId="979139386" sldId="276"/>
            <ac:spMk id="39" creationId="{149FB5C3-7336-4FE0-A30C-CC0A3646D499}"/>
          </ac:spMkLst>
        </pc:spChg>
        <pc:spChg chg="add del">
          <ac:chgData name="PS, Prajith" userId="1c8506e4-e5f8-49b6-828d-4ba5399733f3" providerId="ADAL" clId="{401472F3-636C-454D-98CF-92D5ABFF8EC6}" dt="2021-05-19T14:42:10.279" v="698" actId="26606"/>
          <ac:spMkLst>
            <pc:docMk/>
            <pc:sldMk cId="979139386" sldId="276"/>
            <ac:spMk id="41" creationId="{69D47016-023F-44BD-981C-50E7A10A6609}"/>
          </ac:spMkLst>
        </pc:spChg>
        <pc:spChg chg="add del">
          <ac:chgData name="PS, Prajith" userId="1c8506e4-e5f8-49b6-828d-4ba5399733f3" providerId="ADAL" clId="{401472F3-636C-454D-98CF-92D5ABFF8EC6}" dt="2021-05-14T16:36:41.075" v="19" actId="26606"/>
          <ac:spMkLst>
            <pc:docMk/>
            <pc:sldMk cId="979139386" sldId="276"/>
            <ac:spMk id="42" creationId="{0DA909B4-15FF-46A6-8A7F-7AEF977FE9ED}"/>
          </ac:spMkLst>
        </pc:spChg>
        <pc:spChg chg="add del">
          <ac:chgData name="PS, Prajith" userId="1c8506e4-e5f8-49b6-828d-4ba5399733f3" providerId="ADAL" clId="{401472F3-636C-454D-98CF-92D5ABFF8EC6}" dt="2021-05-19T14:42:10.279" v="698" actId="26606"/>
          <ac:spMkLst>
            <pc:docMk/>
            <pc:sldMk cId="979139386" sldId="276"/>
            <ac:spMk id="43" creationId="{6D8B37B0-0682-433E-BC8D-498C04ABD9A7}"/>
          </ac:spMkLst>
        </pc:spChg>
        <pc:spChg chg="add del">
          <ac:chgData name="PS, Prajith" userId="1c8506e4-e5f8-49b6-828d-4ba5399733f3" providerId="ADAL" clId="{401472F3-636C-454D-98CF-92D5ABFF8EC6}" dt="2021-05-14T16:36:42.573" v="21" actId="26606"/>
          <ac:spMkLst>
            <pc:docMk/>
            <pc:sldMk cId="979139386" sldId="276"/>
            <ac:spMk id="44" creationId="{385E1BDC-A9B0-4A87-82E3-F3187F69A802}"/>
          </ac:spMkLst>
        </pc:spChg>
        <pc:spChg chg="add del">
          <ac:chgData name="PS, Prajith" userId="1c8506e4-e5f8-49b6-828d-4ba5399733f3" providerId="ADAL" clId="{401472F3-636C-454D-98CF-92D5ABFF8EC6}" dt="2021-05-14T16:36:42.573" v="21" actId="26606"/>
          <ac:spMkLst>
            <pc:docMk/>
            <pc:sldMk cId="979139386" sldId="276"/>
            <ac:spMk id="45" creationId="{0990C621-3B8B-4820-8328-D47EF7CE823C}"/>
          </ac:spMkLst>
        </pc:spChg>
        <pc:spChg chg="add del">
          <ac:chgData name="PS, Prajith" userId="1c8506e4-e5f8-49b6-828d-4ba5399733f3" providerId="ADAL" clId="{401472F3-636C-454D-98CF-92D5ABFF8EC6}" dt="2021-05-14T16:36:42.573" v="21" actId="26606"/>
          <ac:spMkLst>
            <pc:docMk/>
            <pc:sldMk cId="979139386" sldId="276"/>
            <ac:spMk id="46" creationId="{C1A2385B-1D2A-4E17-84FA-6CB7F0AAE473}"/>
          </ac:spMkLst>
        </pc:spChg>
        <pc:spChg chg="add del">
          <ac:chgData name="PS, Prajith" userId="1c8506e4-e5f8-49b6-828d-4ba5399733f3" providerId="ADAL" clId="{401472F3-636C-454D-98CF-92D5ABFF8EC6}" dt="2021-05-14T16:36:42.573" v="21" actId="26606"/>
          <ac:spMkLst>
            <pc:docMk/>
            <pc:sldMk cId="979139386" sldId="276"/>
            <ac:spMk id="47" creationId="{5E791F2F-79DB-4CC0-9FA1-001E3E91E8B7}"/>
          </ac:spMkLst>
        </pc:spChg>
        <pc:spChg chg="add del">
          <ac:chgData name="PS, Prajith" userId="1c8506e4-e5f8-49b6-828d-4ba5399733f3" providerId="ADAL" clId="{401472F3-636C-454D-98CF-92D5ABFF8EC6}" dt="2021-05-19T14:42:23.063" v="700" actId="26606"/>
          <ac:spMkLst>
            <pc:docMk/>
            <pc:sldMk cId="979139386" sldId="276"/>
            <ac:spMk id="48" creationId="{385E1BDC-A9B0-4A87-82E3-F3187F69A802}"/>
          </ac:spMkLst>
        </pc:spChg>
        <pc:spChg chg="add del">
          <ac:chgData name="PS, Prajith" userId="1c8506e4-e5f8-49b6-828d-4ba5399733f3" providerId="ADAL" clId="{401472F3-636C-454D-98CF-92D5ABFF8EC6}" dt="2021-05-14T16:36:44.787" v="23" actId="26606"/>
          <ac:spMkLst>
            <pc:docMk/>
            <pc:sldMk cId="979139386" sldId="276"/>
            <ac:spMk id="49" creationId="{5AAE9118-0436-4488-AC4A-C14DF6A7B6B1}"/>
          </ac:spMkLst>
        </pc:spChg>
        <pc:spChg chg="add del">
          <ac:chgData name="PS, Prajith" userId="1c8506e4-e5f8-49b6-828d-4ba5399733f3" providerId="ADAL" clId="{401472F3-636C-454D-98CF-92D5ABFF8EC6}" dt="2021-05-14T16:36:44.787" v="23" actId="26606"/>
          <ac:spMkLst>
            <pc:docMk/>
            <pc:sldMk cId="979139386" sldId="276"/>
            <ac:spMk id="50" creationId="{1B10F861-B8F1-49C7-BD58-EAB20CEE7F93}"/>
          </ac:spMkLst>
        </pc:spChg>
        <pc:spChg chg="add del">
          <ac:chgData name="PS, Prajith" userId="1c8506e4-e5f8-49b6-828d-4ba5399733f3" providerId="ADAL" clId="{401472F3-636C-454D-98CF-92D5ABFF8EC6}" dt="2021-05-14T16:36:44.787" v="23" actId="26606"/>
          <ac:spMkLst>
            <pc:docMk/>
            <pc:sldMk cId="979139386" sldId="276"/>
            <ac:spMk id="51" creationId="{61F6E425-22AB-4DA2-8FAC-58ADB58EF6C3}"/>
          </ac:spMkLst>
        </pc:spChg>
        <pc:spChg chg="add del">
          <ac:chgData name="PS, Prajith" userId="1c8506e4-e5f8-49b6-828d-4ba5399733f3" providerId="ADAL" clId="{401472F3-636C-454D-98CF-92D5ABFF8EC6}" dt="2021-05-19T14:42:23.063" v="700" actId="26606"/>
          <ac:spMkLst>
            <pc:docMk/>
            <pc:sldMk cId="979139386" sldId="276"/>
            <ac:spMk id="52" creationId="{0990C621-3B8B-4820-8328-D47EF7CE823C}"/>
          </ac:spMkLst>
        </pc:spChg>
        <pc:spChg chg="add del">
          <ac:chgData name="PS, Prajith" userId="1c8506e4-e5f8-49b6-828d-4ba5399733f3" providerId="ADAL" clId="{401472F3-636C-454D-98CF-92D5ABFF8EC6}" dt="2021-05-19T14:42:23.063" v="700" actId="26606"/>
          <ac:spMkLst>
            <pc:docMk/>
            <pc:sldMk cId="979139386" sldId="276"/>
            <ac:spMk id="53" creationId="{C1A2385B-1D2A-4E17-84FA-6CB7F0AAE473}"/>
          </ac:spMkLst>
        </pc:spChg>
        <pc:spChg chg="add del">
          <ac:chgData name="PS, Prajith" userId="1c8506e4-e5f8-49b6-828d-4ba5399733f3" providerId="ADAL" clId="{401472F3-636C-454D-98CF-92D5ABFF8EC6}" dt="2021-05-19T14:42:23.063" v="700" actId="26606"/>
          <ac:spMkLst>
            <pc:docMk/>
            <pc:sldMk cId="979139386" sldId="276"/>
            <ac:spMk id="54" creationId="{5E791F2F-79DB-4CC0-9FA1-001E3E91E8B7}"/>
          </ac:spMkLst>
        </pc:spChg>
        <pc:spChg chg="add">
          <ac:chgData name="PS, Prajith" userId="1c8506e4-e5f8-49b6-828d-4ba5399733f3" providerId="ADAL" clId="{401472F3-636C-454D-98CF-92D5ABFF8EC6}" dt="2021-05-19T14:42:23.085" v="701" actId="26606"/>
          <ac:spMkLst>
            <pc:docMk/>
            <pc:sldMk cId="979139386" sldId="276"/>
            <ac:spMk id="56" creationId="{69D47016-023F-44BD-981C-50E7A10A6609}"/>
          </ac:spMkLst>
        </pc:spChg>
        <pc:spChg chg="add">
          <ac:chgData name="PS, Prajith" userId="1c8506e4-e5f8-49b6-828d-4ba5399733f3" providerId="ADAL" clId="{401472F3-636C-454D-98CF-92D5ABFF8EC6}" dt="2021-05-19T14:42:23.085" v="701" actId="26606"/>
          <ac:spMkLst>
            <pc:docMk/>
            <pc:sldMk cId="979139386" sldId="276"/>
            <ac:spMk id="57" creationId="{6D8B37B0-0682-433E-BC8D-498C04ABD9A7}"/>
          </ac:spMkLst>
        </pc:spChg>
        <pc:grpChg chg="add del">
          <ac:chgData name="PS, Prajith" userId="1c8506e4-e5f8-49b6-828d-4ba5399733f3" providerId="ADAL" clId="{401472F3-636C-454D-98CF-92D5ABFF8EC6}" dt="2021-05-14T16:36:41.075" v="19" actId="26606"/>
          <ac:grpSpMkLst>
            <pc:docMk/>
            <pc:sldMk cId="979139386" sldId="276"/>
            <ac:grpSpMk id="40" creationId="{19A6B5CE-CB1D-48EE-8B43-E952235C8371}"/>
          </ac:grpSpMkLst>
        </pc:grpChg>
        <pc:picChg chg="mod">
          <ac:chgData name="PS, Prajith" userId="1c8506e4-e5f8-49b6-828d-4ba5399733f3" providerId="ADAL" clId="{401472F3-636C-454D-98CF-92D5ABFF8EC6}" dt="2021-05-19T14:42:37.883" v="704" actId="1076"/>
          <ac:picMkLst>
            <pc:docMk/>
            <pc:sldMk cId="979139386" sldId="276"/>
            <ac:picMk id="4" creationId="{9C0299CF-903D-4326-8981-45A704242A4A}"/>
          </ac:picMkLst>
        </pc:picChg>
        <pc:picChg chg="mod">
          <ac:chgData name="PS, Prajith" userId="1c8506e4-e5f8-49b6-828d-4ba5399733f3" providerId="ADAL" clId="{401472F3-636C-454D-98CF-92D5ABFF8EC6}" dt="2021-05-19T14:42:49.629" v="707" actId="14100"/>
          <ac:picMkLst>
            <pc:docMk/>
            <pc:sldMk cId="979139386" sldId="276"/>
            <ac:picMk id="7" creationId="{6F6A2717-37A7-4C3A-99CD-88A44EC0F472}"/>
          </ac:picMkLst>
        </pc:picChg>
      </pc:sldChg>
      <pc:sldChg chg="addSp delSp modSp add mod setBg">
        <pc:chgData name="PS, Prajith" userId="1c8506e4-e5f8-49b6-828d-4ba5399733f3" providerId="ADAL" clId="{401472F3-636C-454D-98CF-92D5ABFF8EC6}" dt="2021-05-19T14:43:47.938" v="721" actId="403"/>
        <pc:sldMkLst>
          <pc:docMk/>
          <pc:sldMk cId="28357968" sldId="277"/>
        </pc:sldMkLst>
        <pc:spChg chg="mod">
          <ac:chgData name="PS, Prajith" userId="1c8506e4-e5f8-49b6-828d-4ba5399733f3" providerId="ADAL" clId="{401472F3-636C-454D-98CF-92D5ABFF8EC6}" dt="2021-05-19T14:43:47.938" v="721" actId="403"/>
          <ac:spMkLst>
            <pc:docMk/>
            <pc:sldMk cId="28357968" sldId="277"/>
            <ac:spMk id="2" creationId="{2F1B1045-C21D-492E-AB26-C4059641DA2C}"/>
          </ac:spMkLst>
        </pc:spChg>
        <pc:spChg chg="mod">
          <ac:chgData name="PS, Prajith" userId="1c8506e4-e5f8-49b6-828d-4ba5399733f3" providerId="ADAL" clId="{401472F3-636C-454D-98CF-92D5ABFF8EC6}" dt="2021-05-19T14:43:29.029" v="711" actId="26606"/>
          <ac:spMkLst>
            <pc:docMk/>
            <pc:sldMk cId="28357968" sldId="277"/>
            <ac:spMk id="3" creationId="{13157B46-B2D7-48AD-9979-A49A392AF048}"/>
          </ac:spMkLst>
        </pc:spChg>
        <pc:spChg chg="add del">
          <ac:chgData name="PS, Prajith" userId="1c8506e4-e5f8-49b6-828d-4ba5399733f3" providerId="ADAL" clId="{401472F3-636C-454D-98CF-92D5ABFF8EC6}" dt="2021-05-19T14:43:12.015" v="709" actId="26606"/>
          <ac:spMkLst>
            <pc:docMk/>
            <pc:sldMk cId="28357968" sldId="277"/>
            <ac:spMk id="8" creationId="{C7FA33FF-088D-4F16-95A2-2C64D353DEA8}"/>
          </ac:spMkLst>
        </pc:spChg>
        <pc:spChg chg="add del">
          <ac:chgData name="PS, Prajith" userId="1c8506e4-e5f8-49b6-828d-4ba5399733f3" providerId="ADAL" clId="{401472F3-636C-454D-98CF-92D5ABFF8EC6}" dt="2021-05-19T14:43:12.015" v="709" actId="26606"/>
          <ac:spMkLst>
            <pc:docMk/>
            <pc:sldMk cId="28357968" sldId="277"/>
            <ac:spMk id="10" creationId="{A376EFB1-01CF-419F-ABF1-2AF02BBFCBD1}"/>
          </ac:spMkLst>
        </pc:spChg>
        <pc:spChg chg="add del">
          <ac:chgData name="PS, Prajith" userId="1c8506e4-e5f8-49b6-828d-4ba5399733f3" providerId="ADAL" clId="{401472F3-636C-454D-98CF-92D5ABFF8EC6}" dt="2021-05-19T14:43:12.015" v="709" actId="26606"/>
          <ac:spMkLst>
            <pc:docMk/>
            <pc:sldMk cId="28357968" sldId="277"/>
            <ac:spMk id="12" creationId="{FF9DEA15-78BD-4750-AA18-B9F28A6D5AB8}"/>
          </ac:spMkLst>
        </pc:spChg>
        <pc:spChg chg="add del">
          <ac:chgData name="PS, Prajith" userId="1c8506e4-e5f8-49b6-828d-4ba5399733f3" providerId="ADAL" clId="{401472F3-636C-454D-98CF-92D5ABFF8EC6}" dt="2021-05-19T14:43:29.029" v="711" actId="26606"/>
          <ac:spMkLst>
            <pc:docMk/>
            <pc:sldMk cId="28357968" sldId="277"/>
            <ac:spMk id="17" creationId="{777A147A-9ED8-46B4-8660-1B3C2AA880B5}"/>
          </ac:spMkLst>
        </pc:spChg>
        <pc:spChg chg="add del">
          <ac:chgData name="PS, Prajith" userId="1c8506e4-e5f8-49b6-828d-4ba5399733f3" providerId="ADAL" clId="{401472F3-636C-454D-98CF-92D5ABFF8EC6}" dt="2021-05-19T14:43:29.029" v="711" actId="26606"/>
          <ac:spMkLst>
            <pc:docMk/>
            <pc:sldMk cId="28357968" sldId="277"/>
            <ac:spMk id="19" creationId="{5D6C15A0-C087-4593-8414-2B4EC1CDC3DE}"/>
          </ac:spMkLst>
        </pc:spChg>
        <pc:spChg chg="add">
          <ac:chgData name="PS, Prajith" userId="1c8506e4-e5f8-49b6-828d-4ba5399733f3" providerId="ADAL" clId="{401472F3-636C-454D-98CF-92D5ABFF8EC6}" dt="2021-05-19T14:43:29.029" v="711" actId="26606"/>
          <ac:spMkLst>
            <pc:docMk/>
            <pc:sldMk cId="28357968" sldId="277"/>
            <ac:spMk id="24" creationId="{100EDD19-6802-4EC3-95CE-CFFAB042CFD6}"/>
          </ac:spMkLst>
        </pc:spChg>
        <pc:spChg chg="add">
          <ac:chgData name="PS, Prajith" userId="1c8506e4-e5f8-49b6-828d-4ba5399733f3" providerId="ADAL" clId="{401472F3-636C-454D-98CF-92D5ABFF8EC6}" dt="2021-05-19T14:43:29.029" v="711" actId="26606"/>
          <ac:spMkLst>
            <pc:docMk/>
            <pc:sldMk cId="28357968" sldId="277"/>
            <ac:spMk id="26" creationId="{DB17E863-922E-4C26-BD64-E8FD41D28661}"/>
          </ac:spMkLst>
        </pc:spChg>
      </pc:sldChg>
    </pc:docChg>
  </pc:docChgLst>
  <pc:docChgLst>
    <pc:chgData name="PS, Prajith" userId="1c8506e4-e5f8-49b6-828d-4ba5399733f3" providerId="ADAL" clId="{BB26204A-E88D-4814-AF7E-67F3FD05AA17}"/>
    <pc:docChg chg="undo custSel modSld">
      <pc:chgData name="PS, Prajith" userId="1c8506e4-e5f8-49b6-828d-4ba5399733f3" providerId="ADAL" clId="{BB26204A-E88D-4814-AF7E-67F3FD05AA17}" dt="2021-05-21T04:11:13.970" v="24" actId="14100"/>
      <pc:docMkLst>
        <pc:docMk/>
      </pc:docMkLst>
      <pc:sldChg chg="modSp mod">
        <pc:chgData name="PS, Prajith" userId="1c8506e4-e5f8-49b6-828d-4ba5399733f3" providerId="ADAL" clId="{BB26204A-E88D-4814-AF7E-67F3FD05AA17}" dt="2021-05-21T04:10:12.342" v="23" actId="14100"/>
        <pc:sldMkLst>
          <pc:docMk/>
          <pc:sldMk cId="1205685870" sldId="263"/>
        </pc:sldMkLst>
        <pc:picChg chg="mod">
          <ac:chgData name="PS, Prajith" userId="1c8506e4-e5f8-49b6-828d-4ba5399733f3" providerId="ADAL" clId="{BB26204A-E88D-4814-AF7E-67F3FD05AA17}" dt="2021-05-21T04:10:12.342" v="23" actId="14100"/>
          <ac:picMkLst>
            <pc:docMk/>
            <pc:sldMk cId="1205685870" sldId="263"/>
            <ac:picMk id="4" creationId="{EA52CB71-7E99-4014-AF16-B96139D42484}"/>
          </ac:picMkLst>
        </pc:picChg>
        <pc:picChg chg="mod">
          <ac:chgData name="PS, Prajith" userId="1c8506e4-e5f8-49b6-828d-4ba5399733f3" providerId="ADAL" clId="{BB26204A-E88D-4814-AF7E-67F3FD05AA17}" dt="2021-05-21T04:10:08.589" v="22" actId="14100"/>
          <ac:picMkLst>
            <pc:docMk/>
            <pc:sldMk cId="1205685870" sldId="263"/>
            <ac:picMk id="5" creationId="{FB6A4351-2702-40D2-BE86-CBEC0CC05115}"/>
          </ac:picMkLst>
        </pc:picChg>
      </pc:sldChg>
      <pc:sldChg chg="modSp mod">
        <pc:chgData name="PS, Prajith" userId="1c8506e4-e5f8-49b6-828d-4ba5399733f3" providerId="ADAL" clId="{BB26204A-E88D-4814-AF7E-67F3FD05AA17}" dt="2021-05-20T06:05:53.797" v="11" actId="14100"/>
        <pc:sldMkLst>
          <pc:docMk/>
          <pc:sldMk cId="970864347" sldId="264"/>
        </pc:sldMkLst>
        <pc:picChg chg="mod">
          <ac:chgData name="PS, Prajith" userId="1c8506e4-e5f8-49b6-828d-4ba5399733f3" providerId="ADAL" clId="{BB26204A-E88D-4814-AF7E-67F3FD05AA17}" dt="2021-05-20T06:05:53.797" v="11" actId="14100"/>
          <ac:picMkLst>
            <pc:docMk/>
            <pc:sldMk cId="970864347" sldId="264"/>
            <ac:picMk id="6" creationId="{24F65A7F-D1AC-4397-94AC-C35DC98B9E77}"/>
          </ac:picMkLst>
        </pc:picChg>
      </pc:sldChg>
      <pc:sldChg chg="modSp mod">
        <pc:chgData name="PS, Prajith" userId="1c8506e4-e5f8-49b6-828d-4ba5399733f3" providerId="ADAL" clId="{BB26204A-E88D-4814-AF7E-67F3FD05AA17}" dt="2021-05-21T04:11:13.970" v="24" actId="14100"/>
        <pc:sldMkLst>
          <pc:docMk/>
          <pc:sldMk cId="746668508" sldId="268"/>
        </pc:sldMkLst>
        <pc:graphicFrameChg chg="mod">
          <ac:chgData name="PS, Prajith" userId="1c8506e4-e5f8-49b6-828d-4ba5399733f3" providerId="ADAL" clId="{BB26204A-E88D-4814-AF7E-67F3FD05AA17}" dt="2021-05-21T04:11:13.970" v="24" actId="14100"/>
          <ac:graphicFrameMkLst>
            <pc:docMk/>
            <pc:sldMk cId="746668508" sldId="268"/>
            <ac:graphicFrameMk id="14" creationId="{C47122AE-37DC-4790-8A5A-451DDEC76010}"/>
          </ac:graphicFrameMkLst>
        </pc:graphicFrameChg>
      </pc:sldChg>
      <pc:sldChg chg="modSp mod">
        <pc:chgData name="PS, Prajith" userId="1c8506e4-e5f8-49b6-828d-4ba5399733f3" providerId="ADAL" clId="{BB26204A-E88D-4814-AF7E-67F3FD05AA17}" dt="2021-05-20T06:10:08.745" v="21" actId="1076"/>
        <pc:sldMkLst>
          <pc:docMk/>
          <pc:sldMk cId="979139386" sldId="276"/>
        </pc:sldMkLst>
        <pc:picChg chg="mod">
          <ac:chgData name="PS, Prajith" userId="1c8506e4-e5f8-49b6-828d-4ba5399733f3" providerId="ADAL" clId="{BB26204A-E88D-4814-AF7E-67F3FD05AA17}" dt="2021-05-20T06:10:08.745" v="21" actId="1076"/>
          <ac:picMkLst>
            <pc:docMk/>
            <pc:sldMk cId="979139386" sldId="276"/>
            <ac:picMk id="4" creationId="{9C0299CF-903D-4326-8981-45A704242A4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5D2F03-55B6-4CFB-9F8E-663061A6CAB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D015A70-794B-4F3F-A8FF-EC39AF2D24DB}">
      <dgm:prSet/>
      <dgm:spPr/>
      <dgm:t>
        <a:bodyPr/>
        <a:lstStyle/>
        <a:p>
          <a:r>
            <a:rPr lang="en-US" b="1" dirty="0"/>
            <a:t>-</a:t>
          </a:r>
          <a:r>
            <a:rPr lang="en-US" b="1" dirty="0" err="1"/>
            <a:t>rw</a:t>
          </a:r>
          <a:r>
            <a:rPr lang="en-US" b="1" dirty="0"/>
            <a:t>-------: </a:t>
          </a:r>
          <a:endParaRPr lang="en-US" dirty="0"/>
        </a:p>
      </dgm:t>
    </dgm:pt>
    <dgm:pt modelId="{804D0CF1-625B-4DEF-B8A8-44F802CFD055}" type="parTrans" cxnId="{7C9FAAEE-4DDE-465A-B934-6B416A690D88}">
      <dgm:prSet/>
      <dgm:spPr/>
      <dgm:t>
        <a:bodyPr/>
        <a:lstStyle/>
        <a:p>
          <a:endParaRPr lang="en-US"/>
        </a:p>
      </dgm:t>
    </dgm:pt>
    <dgm:pt modelId="{D66FE124-9624-4A40-8531-E0D3CF83808E}" type="sibTrans" cxnId="{7C9FAAEE-4DDE-465A-B934-6B416A690D88}">
      <dgm:prSet/>
      <dgm:spPr/>
      <dgm:t>
        <a:bodyPr/>
        <a:lstStyle/>
        <a:p>
          <a:endParaRPr lang="en-US"/>
        </a:p>
      </dgm:t>
    </dgm:pt>
    <dgm:pt modelId="{035A8BA0-DAB8-4321-98D4-7DE8ABBAC89E}">
      <dgm:prSet/>
      <dgm:spPr/>
      <dgm:t>
        <a:bodyPr/>
        <a:lstStyle/>
        <a:p>
          <a:r>
            <a:rPr lang="en-US"/>
            <a:t>A file that is only accessible by its owner</a:t>
          </a:r>
        </a:p>
      </dgm:t>
    </dgm:pt>
    <dgm:pt modelId="{D45712A4-8521-4980-94E2-D9F2B8F1E85B}" type="parTrans" cxnId="{084C076D-63EA-40D3-BA4D-9D29171B2E04}">
      <dgm:prSet/>
      <dgm:spPr/>
      <dgm:t>
        <a:bodyPr/>
        <a:lstStyle/>
        <a:p>
          <a:endParaRPr lang="en-US"/>
        </a:p>
      </dgm:t>
    </dgm:pt>
    <dgm:pt modelId="{EC8CB9C7-3358-4A9E-96EF-3F237E1792FD}" type="sibTrans" cxnId="{084C076D-63EA-40D3-BA4D-9D29171B2E04}">
      <dgm:prSet/>
      <dgm:spPr/>
      <dgm:t>
        <a:bodyPr/>
        <a:lstStyle/>
        <a:p>
          <a:endParaRPr lang="en-US"/>
        </a:p>
      </dgm:t>
    </dgm:pt>
    <dgm:pt modelId="{DB41C673-92EC-4E28-A450-1523FB8BB6CC}">
      <dgm:prSet/>
      <dgm:spPr/>
      <dgm:t>
        <a:bodyPr/>
        <a:lstStyle/>
        <a:p>
          <a:r>
            <a:rPr lang="en-US" b="1"/>
            <a:t>-rwxr-xr-x: </a:t>
          </a:r>
          <a:endParaRPr lang="en-US"/>
        </a:p>
      </dgm:t>
    </dgm:pt>
    <dgm:pt modelId="{2B673230-F558-40A1-A473-F3EC7C0CA817}" type="parTrans" cxnId="{6A65B48A-096D-4D3A-9A50-960E0B2E4771}">
      <dgm:prSet/>
      <dgm:spPr/>
      <dgm:t>
        <a:bodyPr/>
        <a:lstStyle/>
        <a:p>
          <a:endParaRPr lang="en-US"/>
        </a:p>
      </dgm:t>
    </dgm:pt>
    <dgm:pt modelId="{391E46ED-8659-46B5-9581-7603834AFC30}" type="sibTrans" cxnId="{6A65B48A-096D-4D3A-9A50-960E0B2E4771}">
      <dgm:prSet/>
      <dgm:spPr/>
      <dgm:t>
        <a:bodyPr/>
        <a:lstStyle/>
        <a:p>
          <a:endParaRPr lang="en-US"/>
        </a:p>
      </dgm:t>
    </dgm:pt>
    <dgm:pt modelId="{BFA16D7F-BFC8-47B4-A5B7-D2FBA030BEB6}">
      <dgm:prSet/>
      <dgm:spPr/>
      <dgm:t>
        <a:bodyPr/>
        <a:lstStyle/>
        <a:p>
          <a:r>
            <a:rPr lang="en-US" dirty="0"/>
            <a:t>A file that is executable by every user on the system. A “world-executable” file</a:t>
          </a:r>
        </a:p>
      </dgm:t>
    </dgm:pt>
    <dgm:pt modelId="{8BA9C1DE-8FB4-4B7D-8093-C6FA30617125}" type="parTrans" cxnId="{4AEFAFCA-28E3-46DD-8B2B-095F07026DD5}">
      <dgm:prSet/>
      <dgm:spPr/>
      <dgm:t>
        <a:bodyPr/>
        <a:lstStyle/>
        <a:p>
          <a:endParaRPr lang="en-US"/>
        </a:p>
      </dgm:t>
    </dgm:pt>
    <dgm:pt modelId="{5B1899A7-FD80-4B6B-ADF7-E8F0E78B288A}" type="sibTrans" cxnId="{4AEFAFCA-28E3-46DD-8B2B-095F07026DD5}">
      <dgm:prSet/>
      <dgm:spPr/>
      <dgm:t>
        <a:bodyPr/>
        <a:lstStyle/>
        <a:p>
          <a:endParaRPr lang="en-US"/>
        </a:p>
      </dgm:t>
    </dgm:pt>
    <dgm:pt modelId="{DEF298A8-CC95-47AC-AB4D-8B02201B0D4A}">
      <dgm:prSet/>
      <dgm:spPr/>
      <dgm:t>
        <a:bodyPr/>
        <a:lstStyle/>
        <a:p>
          <a:r>
            <a:rPr lang="en-US" b="1"/>
            <a:t>-rw-rw-rw-: </a:t>
          </a:r>
          <a:endParaRPr lang="en-US"/>
        </a:p>
      </dgm:t>
    </dgm:pt>
    <dgm:pt modelId="{D6C8E610-A8CA-4C1D-A165-6877CE414986}" type="parTrans" cxnId="{1CAB7EF1-BA1A-4A16-8482-C14E386A3C1C}">
      <dgm:prSet/>
      <dgm:spPr/>
      <dgm:t>
        <a:bodyPr/>
        <a:lstStyle/>
        <a:p>
          <a:endParaRPr lang="en-US"/>
        </a:p>
      </dgm:t>
    </dgm:pt>
    <dgm:pt modelId="{4C563CBB-17FF-4307-A8E7-437D2E88BF5B}" type="sibTrans" cxnId="{1CAB7EF1-BA1A-4A16-8482-C14E386A3C1C}">
      <dgm:prSet/>
      <dgm:spPr/>
      <dgm:t>
        <a:bodyPr/>
        <a:lstStyle/>
        <a:p>
          <a:endParaRPr lang="en-US"/>
        </a:p>
      </dgm:t>
    </dgm:pt>
    <dgm:pt modelId="{FB89BC19-3C4E-4D07-AE96-FD20B009EFFC}">
      <dgm:prSet/>
      <dgm:spPr/>
      <dgm:t>
        <a:bodyPr/>
        <a:lstStyle/>
        <a:p>
          <a:r>
            <a:rPr lang="en-US"/>
            <a:t>A file that is open to modification by every user on the system. A “world-writable” file</a:t>
          </a:r>
        </a:p>
      </dgm:t>
    </dgm:pt>
    <dgm:pt modelId="{E81ADB9C-CE39-4F1E-98D5-A998A117B5C7}" type="parTrans" cxnId="{370D2C0A-FD21-41F5-8127-38DA190773E3}">
      <dgm:prSet/>
      <dgm:spPr/>
      <dgm:t>
        <a:bodyPr/>
        <a:lstStyle/>
        <a:p>
          <a:endParaRPr lang="en-US"/>
        </a:p>
      </dgm:t>
    </dgm:pt>
    <dgm:pt modelId="{CB71ABCC-E00E-4AFF-A803-5D96D15B3673}" type="sibTrans" cxnId="{370D2C0A-FD21-41F5-8127-38DA190773E3}">
      <dgm:prSet/>
      <dgm:spPr/>
      <dgm:t>
        <a:bodyPr/>
        <a:lstStyle/>
        <a:p>
          <a:endParaRPr lang="en-US"/>
        </a:p>
      </dgm:t>
    </dgm:pt>
    <dgm:pt modelId="{D368AE43-300D-435A-AF46-75F284970157}">
      <dgm:prSet/>
      <dgm:spPr/>
      <dgm:t>
        <a:bodyPr/>
        <a:lstStyle/>
        <a:p>
          <a:r>
            <a:rPr lang="en-US" b="1"/>
            <a:t>drwxr-xr-x: </a:t>
          </a:r>
          <a:endParaRPr lang="en-US"/>
        </a:p>
      </dgm:t>
    </dgm:pt>
    <dgm:pt modelId="{C3BF1EFD-C1D6-4226-9168-41E860E155DC}" type="parTrans" cxnId="{59237C69-3ECC-41F9-8783-F06A75739FF6}">
      <dgm:prSet/>
      <dgm:spPr/>
      <dgm:t>
        <a:bodyPr/>
        <a:lstStyle/>
        <a:p>
          <a:endParaRPr lang="en-US"/>
        </a:p>
      </dgm:t>
    </dgm:pt>
    <dgm:pt modelId="{6117D33E-49FE-475B-ACD7-EBD93825A6BF}" type="sibTrans" cxnId="{59237C69-3ECC-41F9-8783-F06A75739FF6}">
      <dgm:prSet/>
      <dgm:spPr/>
      <dgm:t>
        <a:bodyPr/>
        <a:lstStyle/>
        <a:p>
          <a:endParaRPr lang="en-US"/>
        </a:p>
      </dgm:t>
    </dgm:pt>
    <dgm:pt modelId="{3D3569AB-F114-4269-AB37-63BB35AA168C}">
      <dgm:prSet/>
      <dgm:spPr/>
      <dgm:t>
        <a:bodyPr/>
        <a:lstStyle/>
        <a:p>
          <a:r>
            <a:rPr lang="en-US"/>
            <a:t>A directory that every user on the system can read and access</a:t>
          </a:r>
        </a:p>
      </dgm:t>
    </dgm:pt>
    <dgm:pt modelId="{30B4076A-DE34-4354-99ED-F8ABE4EACA90}" type="parTrans" cxnId="{FB851FDE-10A7-440C-9841-D3331E11FE17}">
      <dgm:prSet/>
      <dgm:spPr/>
      <dgm:t>
        <a:bodyPr/>
        <a:lstStyle/>
        <a:p>
          <a:endParaRPr lang="en-US"/>
        </a:p>
      </dgm:t>
    </dgm:pt>
    <dgm:pt modelId="{B6B44358-FF1A-4198-9F55-6895D3623DF3}" type="sibTrans" cxnId="{FB851FDE-10A7-440C-9841-D3331E11FE17}">
      <dgm:prSet/>
      <dgm:spPr/>
      <dgm:t>
        <a:bodyPr/>
        <a:lstStyle/>
        <a:p>
          <a:endParaRPr lang="en-US"/>
        </a:p>
      </dgm:t>
    </dgm:pt>
    <dgm:pt modelId="{8528F837-9E00-4360-8CA7-BB9DF41A8863}">
      <dgm:prSet/>
      <dgm:spPr/>
      <dgm:t>
        <a:bodyPr/>
        <a:lstStyle/>
        <a:p>
          <a:r>
            <a:rPr lang="en-US" b="1"/>
            <a:t>drwxrwx---: </a:t>
          </a:r>
          <a:endParaRPr lang="en-US"/>
        </a:p>
      </dgm:t>
    </dgm:pt>
    <dgm:pt modelId="{22FAE70D-9DC9-4CBE-975E-25422DA2BB35}" type="parTrans" cxnId="{86D3EAC2-BB43-4E3C-9D81-C1827B892129}">
      <dgm:prSet/>
      <dgm:spPr/>
      <dgm:t>
        <a:bodyPr/>
        <a:lstStyle/>
        <a:p>
          <a:endParaRPr lang="en-US"/>
        </a:p>
      </dgm:t>
    </dgm:pt>
    <dgm:pt modelId="{1D9CF1F3-6289-4082-BBE5-5A06DFD1E918}" type="sibTrans" cxnId="{86D3EAC2-BB43-4E3C-9D81-C1827B892129}">
      <dgm:prSet/>
      <dgm:spPr/>
      <dgm:t>
        <a:bodyPr/>
        <a:lstStyle/>
        <a:p>
          <a:endParaRPr lang="en-US"/>
        </a:p>
      </dgm:t>
    </dgm:pt>
    <dgm:pt modelId="{849EADB7-CF0E-43DE-B33E-78597D8176D1}">
      <dgm:prSet/>
      <dgm:spPr/>
      <dgm:t>
        <a:bodyPr/>
        <a:lstStyle/>
        <a:p>
          <a:r>
            <a:rPr lang="en-US"/>
            <a:t>A directory that is modifiable (including its contents) by its owner and group</a:t>
          </a:r>
        </a:p>
      </dgm:t>
    </dgm:pt>
    <dgm:pt modelId="{413612D2-3F8C-4E21-BD90-6F259F1F8AC3}" type="parTrans" cxnId="{D8501094-1460-4BA7-A444-D01D6BA36124}">
      <dgm:prSet/>
      <dgm:spPr/>
      <dgm:t>
        <a:bodyPr/>
        <a:lstStyle/>
        <a:p>
          <a:endParaRPr lang="en-US"/>
        </a:p>
      </dgm:t>
    </dgm:pt>
    <dgm:pt modelId="{A852FD46-9042-4BE9-B7A6-45D2C756E7B5}" type="sibTrans" cxnId="{D8501094-1460-4BA7-A444-D01D6BA36124}">
      <dgm:prSet/>
      <dgm:spPr/>
      <dgm:t>
        <a:bodyPr/>
        <a:lstStyle/>
        <a:p>
          <a:endParaRPr lang="en-US"/>
        </a:p>
      </dgm:t>
    </dgm:pt>
    <dgm:pt modelId="{7B2B489A-66DD-4221-80AC-2C6E50DDD598}">
      <dgm:prSet/>
      <dgm:spPr/>
      <dgm:t>
        <a:bodyPr/>
        <a:lstStyle/>
        <a:p>
          <a:r>
            <a:rPr lang="en-US" b="1"/>
            <a:t>drwxr-x---: </a:t>
          </a:r>
          <a:endParaRPr lang="en-US"/>
        </a:p>
      </dgm:t>
    </dgm:pt>
    <dgm:pt modelId="{3A152C1E-24E0-415D-98C3-78BC1AC73EBF}" type="parTrans" cxnId="{F2FD71D7-E0BA-4935-8535-1804A9E72D75}">
      <dgm:prSet/>
      <dgm:spPr/>
      <dgm:t>
        <a:bodyPr/>
        <a:lstStyle/>
        <a:p>
          <a:endParaRPr lang="en-US"/>
        </a:p>
      </dgm:t>
    </dgm:pt>
    <dgm:pt modelId="{260362F7-100A-4C64-86F9-20447B2C6479}" type="sibTrans" cxnId="{F2FD71D7-E0BA-4935-8535-1804A9E72D75}">
      <dgm:prSet/>
      <dgm:spPr/>
      <dgm:t>
        <a:bodyPr/>
        <a:lstStyle/>
        <a:p>
          <a:endParaRPr lang="en-US"/>
        </a:p>
      </dgm:t>
    </dgm:pt>
    <dgm:pt modelId="{8E3A8655-94D9-4528-9115-C885E7CD06C5}">
      <dgm:prSet/>
      <dgm:spPr/>
      <dgm:t>
        <a:bodyPr/>
        <a:lstStyle/>
        <a:p>
          <a:r>
            <a:rPr lang="en-US"/>
            <a:t>A directory that is accessible by its group</a:t>
          </a:r>
        </a:p>
      </dgm:t>
    </dgm:pt>
    <dgm:pt modelId="{6DAB73E4-8FB2-4E93-8379-C3B206A7CCD6}" type="parTrans" cxnId="{B1C2A927-E0FA-49F5-B8DA-8C42FD616D20}">
      <dgm:prSet/>
      <dgm:spPr/>
      <dgm:t>
        <a:bodyPr/>
        <a:lstStyle/>
        <a:p>
          <a:endParaRPr lang="en-US"/>
        </a:p>
      </dgm:t>
    </dgm:pt>
    <dgm:pt modelId="{DBA53D92-4172-4E1A-AFC3-1E1DA68A2133}" type="sibTrans" cxnId="{B1C2A927-E0FA-49F5-B8DA-8C42FD616D20}">
      <dgm:prSet/>
      <dgm:spPr/>
      <dgm:t>
        <a:bodyPr/>
        <a:lstStyle/>
        <a:p>
          <a:endParaRPr lang="en-US"/>
        </a:p>
      </dgm:t>
    </dgm:pt>
    <dgm:pt modelId="{C1071F7D-5041-4DBD-B89C-385CF6760D94}" type="pres">
      <dgm:prSet presAssocID="{155D2F03-55B6-4CFB-9F8E-663061A6CAB7}" presName="vert0" presStyleCnt="0">
        <dgm:presLayoutVars>
          <dgm:dir/>
          <dgm:animOne val="branch"/>
          <dgm:animLvl val="lvl"/>
        </dgm:presLayoutVars>
      </dgm:prSet>
      <dgm:spPr/>
    </dgm:pt>
    <dgm:pt modelId="{9289046F-841D-4961-8A02-A767590E26E3}" type="pres">
      <dgm:prSet presAssocID="{6D015A70-794B-4F3F-A8FF-EC39AF2D24DB}" presName="thickLine" presStyleLbl="alignNode1" presStyleIdx="0" presStyleCnt="6"/>
      <dgm:spPr/>
    </dgm:pt>
    <dgm:pt modelId="{F06E3B11-FD47-4CB3-861C-3C0409BF50FA}" type="pres">
      <dgm:prSet presAssocID="{6D015A70-794B-4F3F-A8FF-EC39AF2D24DB}" presName="horz1" presStyleCnt="0"/>
      <dgm:spPr/>
    </dgm:pt>
    <dgm:pt modelId="{9449FEAB-CDC7-4458-9528-9F2260F401E3}" type="pres">
      <dgm:prSet presAssocID="{6D015A70-794B-4F3F-A8FF-EC39AF2D24DB}" presName="tx1" presStyleLbl="revTx" presStyleIdx="0" presStyleCnt="12"/>
      <dgm:spPr/>
    </dgm:pt>
    <dgm:pt modelId="{263A3A0E-DAC4-499A-96C9-2B2C3DF801B8}" type="pres">
      <dgm:prSet presAssocID="{6D015A70-794B-4F3F-A8FF-EC39AF2D24DB}" presName="vert1" presStyleCnt="0"/>
      <dgm:spPr/>
    </dgm:pt>
    <dgm:pt modelId="{83E09DE8-88FC-43F0-BFA1-A0A19A897D28}" type="pres">
      <dgm:prSet presAssocID="{035A8BA0-DAB8-4321-98D4-7DE8ABBAC89E}" presName="vertSpace2a" presStyleCnt="0"/>
      <dgm:spPr/>
    </dgm:pt>
    <dgm:pt modelId="{BA234DE8-2CE2-4477-A79D-CAAC7753A814}" type="pres">
      <dgm:prSet presAssocID="{035A8BA0-DAB8-4321-98D4-7DE8ABBAC89E}" presName="horz2" presStyleCnt="0"/>
      <dgm:spPr/>
    </dgm:pt>
    <dgm:pt modelId="{A36216E3-8F9E-4B6B-92F6-F6299E83D2AF}" type="pres">
      <dgm:prSet presAssocID="{035A8BA0-DAB8-4321-98D4-7DE8ABBAC89E}" presName="horzSpace2" presStyleCnt="0"/>
      <dgm:spPr/>
    </dgm:pt>
    <dgm:pt modelId="{A483517E-FD76-4EE3-8BE1-E389B255E04A}" type="pres">
      <dgm:prSet presAssocID="{035A8BA0-DAB8-4321-98D4-7DE8ABBAC89E}" presName="tx2" presStyleLbl="revTx" presStyleIdx="1" presStyleCnt="12"/>
      <dgm:spPr/>
    </dgm:pt>
    <dgm:pt modelId="{C7441137-59DA-4528-B01A-527F57772231}" type="pres">
      <dgm:prSet presAssocID="{035A8BA0-DAB8-4321-98D4-7DE8ABBAC89E}" presName="vert2" presStyleCnt="0"/>
      <dgm:spPr/>
    </dgm:pt>
    <dgm:pt modelId="{10465C11-0F8B-4FF4-8FAE-98689468CB80}" type="pres">
      <dgm:prSet presAssocID="{035A8BA0-DAB8-4321-98D4-7DE8ABBAC89E}" presName="thinLine2b" presStyleLbl="callout" presStyleIdx="0" presStyleCnt="6"/>
      <dgm:spPr/>
    </dgm:pt>
    <dgm:pt modelId="{243B4655-5FA5-48A7-ACBE-17562BCCB677}" type="pres">
      <dgm:prSet presAssocID="{035A8BA0-DAB8-4321-98D4-7DE8ABBAC89E}" presName="vertSpace2b" presStyleCnt="0"/>
      <dgm:spPr/>
    </dgm:pt>
    <dgm:pt modelId="{30D30A27-4C2D-4C5C-B84B-526269D870B2}" type="pres">
      <dgm:prSet presAssocID="{DB41C673-92EC-4E28-A450-1523FB8BB6CC}" presName="thickLine" presStyleLbl="alignNode1" presStyleIdx="1" presStyleCnt="6"/>
      <dgm:spPr/>
    </dgm:pt>
    <dgm:pt modelId="{369A086F-C4DB-4A73-AE69-1BE12A89D802}" type="pres">
      <dgm:prSet presAssocID="{DB41C673-92EC-4E28-A450-1523FB8BB6CC}" presName="horz1" presStyleCnt="0"/>
      <dgm:spPr/>
    </dgm:pt>
    <dgm:pt modelId="{F834F393-9509-4473-863E-F1892DBACDC4}" type="pres">
      <dgm:prSet presAssocID="{DB41C673-92EC-4E28-A450-1523FB8BB6CC}" presName="tx1" presStyleLbl="revTx" presStyleIdx="2" presStyleCnt="12"/>
      <dgm:spPr/>
    </dgm:pt>
    <dgm:pt modelId="{83F69D0A-8144-4444-AB34-91D974C6E022}" type="pres">
      <dgm:prSet presAssocID="{DB41C673-92EC-4E28-A450-1523FB8BB6CC}" presName="vert1" presStyleCnt="0"/>
      <dgm:spPr/>
    </dgm:pt>
    <dgm:pt modelId="{E6CA775D-CC83-40D3-B2EB-42A29F58CFF4}" type="pres">
      <dgm:prSet presAssocID="{BFA16D7F-BFC8-47B4-A5B7-D2FBA030BEB6}" presName="vertSpace2a" presStyleCnt="0"/>
      <dgm:spPr/>
    </dgm:pt>
    <dgm:pt modelId="{5A918A10-178B-4F2E-870C-95651C559CF4}" type="pres">
      <dgm:prSet presAssocID="{BFA16D7F-BFC8-47B4-A5B7-D2FBA030BEB6}" presName="horz2" presStyleCnt="0"/>
      <dgm:spPr/>
    </dgm:pt>
    <dgm:pt modelId="{C4E5B462-258E-43AE-813A-8FC0CD8A0E34}" type="pres">
      <dgm:prSet presAssocID="{BFA16D7F-BFC8-47B4-A5B7-D2FBA030BEB6}" presName="horzSpace2" presStyleCnt="0"/>
      <dgm:spPr/>
    </dgm:pt>
    <dgm:pt modelId="{7FE7DDFB-0509-48CB-8418-3137B73FBB38}" type="pres">
      <dgm:prSet presAssocID="{BFA16D7F-BFC8-47B4-A5B7-D2FBA030BEB6}" presName="tx2" presStyleLbl="revTx" presStyleIdx="3" presStyleCnt="12"/>
      <dgm:spPr/>
    </dgm:pt>
    <dgm:pt modelId="{77EA252E-61C7-488B-9C9D-4478AB3CCF5D}" type="pres">
      <dgm:prSet presAssocID="{BFA16D7F-BFC8-47B4-A5B7-D2FBA030BEB6}" presName="vert2" presStyleCnt="0"/>
      <dgm:spPr/>
    </dgm:pt>
    <dgm:pt modelId="{E9077B6A-6CE5-414D-B54D-9B23B29C21E9}" type="pres">
      <dgm:prSet presAssocID="{BFA16D7F-BFC8-47B4-A5B7-D2FBA030BEB6}" presName="thinLine2b" presStyleLbl="callout" presStyleIdx="1" presStyleCnt="6"/>
      <dgm:spPr/>
    </dgm:pt>
    <dgm:pt modelId="{31664D09-4C42-4D9E-B3F5-9A9AE4D17057}" type="pres">
      <dgm:prSet presAssocID="{BFA16D7F-BFC8-47B4-A5B7-D2FBA030BEB6}" presName="vertSpace2b" presStyleCnt="0"/>
      <dgm:spPr/>
    </dgm:pt>
    <dgm:pt modelId="{58E03659-DAAA-47F8-B7E5-49FCD63B65E4}" type="pres">
      <dgm:prSet presAssocID="{DEF298A8-CC95-47AC-AB4D-8B02201B0D4A}" presName="thickLine" presStyleLbl="alignNode1" presStyleIdx="2" presStyleCnt="6"/>
      <dgm:spPr/>
    </dgm:pt>
    <dgm:pt modelId="{8606EF85-DE51-4BBA-9875-31812EC1FCD1}" type="pres">
      <dgm:prSet presAssocID="{DEF298A8-CC95-47AC-AB4D-8B02201B0D4A}" presName="horz1" presStyleCnt="0"/>
      <dgm:spPr/>
    </dgm:pt>
    <dgm:pt modelId="{F59C37EF-C185-419B-BC30-CF3DF91E6E02}" type="pres">
      <dgm:prSet presAssocID="{DEF298A8-CC95-47AC-AB4D-8B02201B0D4A}" presName="tx1" presStyleLbl="revTx" presStyleIdx="4" presStyleCnt="12"/>
      <dgm:spPr/>
    </dgm:pt>
    <dgm:pt modelId="{0A52783C-0DD3-489E-9605-E34C21749845}" type="pres">
      <dgm:prSet presAssocID="{DEF298A8-CC95-47AC-AB4D-8B02201B0D4A}" presName="vert1" presStyleCnt="0"/>
      <dgm:spPr/>
    </dgm:pt>
    <dgm:pt modelId="{7A7680B8-E1BA-4FC5-A63F-2163B87AB176}" type="pres">
      <dgm:prSet presAssocID="{FB89BC19-3C4E-4D07-AE96-FD20B009EFFC}" presName="vertSpace2a" presStyleCnt="0"/>
      <dgm:spPr/>
    </dgm:pt>
    <dgm:pt modelId="{673F6D93-878B-48E6-8D62-B2E1D47F013D}" type="pres">
      <dgm:prSet presAssocID="{FB89BC19-3C4E-4D07-AE96-FD20B009EFFC}" presName="horz2" presStyleCnt="0"/>
      <dgm:spPr/>
    </dgm:pt>
    <dgm:pt modelId="{810E9F2B-4F15-4206-BE4C-E331496EE78E}" type="pres">
      <dgm:prSet presAssocID="{FB89BC19-3C4E-4D07-AE96-FD20B009EFFC}" presName="horzSpace2" presStyleCnt="0"/>
      <dgm:spPr/>
    </dgm:pt>
    <dgm:pt modelId="{0AD6037A-16BC-4905-B468-B86CF45F1FEF}" type="pres">
      <dgm:prSet presAssocID="{FB89BC19-3C4E-4D07-AE96-FD20B009EFFC}" presName="tx2" presStyleLbl="revTx" presStyleIdx="5" presStyleCnt="12"/>
      <dgm:spPr/>
    </dgm:pt>
    <dgm:pt modelId="{27131B98-A67C-47E1-96E5-DBFD17B7BC07}" type="pres">
      <dgm:prSet presAssocID="{FB89BC19-3C4E-4D07-AE96-FD20B009EFFC}" presName="vert2" presStyleCnt="0"/>
      <dgm:spPr/>
    </dgm:pt>
    <dgm:pt modelId="{40EAB58A-5862-48B6-8BE9-F209743664F6}" type="pres">
      <dgm:prSet presAssocID="{FB89BC19-3C4E-4D07-AE96-FD20B009EFFC}" presName="thinLine2b" presStyleLbl="callout" presStyleIdx="2" presStyleCnt="6"/>
      <dgm:spPr/>
    </dgm:pt>
    <dgm:pt modelId="{F2374357-BF42-4530-8F49-328D6AEEA540}" type="pres">
      <dgm:prSet presAssocID="{FB89BC19-3C4E-4D07-AE96-FD20B009EFFC}" presName="vertSpace2b" presStyleCnt="0"/>
      <dgm:spPr/>
    </dgm:pt>
    <dgm:pt modelId="{59AA7E38-76C6-4F9D-873F-BC473B145BF3}" type="pres">
      <dgm:prSet presAssocID="{D368AE43-300D-435A-AF46-75F284970157}" presName="thickLine" presStyleLbl="alignNode1" presStyleIdx="3" presStyleCnt="6"/>
      <dgm:spPr/>
    </dgm:pt>
    <dgm:pt modelId="{4B959BC5-D426-4DF3-BDAF-5DCC589D1D43}" type="pres">
      <dgm:prSet presAssocID="{D368AE43-300D-435A-AF46-75F284970157}" presName="horz1" presStyleCnt="0"/>
      <dgm:spPr/>
    </dgm:pt>
    <dgm:pt modelId="{DC2E39AE-9CD8-4133-BB90-419CCA83DFB7}" type="pres">
      <dgm:prSet presAssocID="{D368AE43-300D-435A-AF46-75F284970157}" presName="tx1" presStyleLbl="revTx" presStyleIdx="6" presStyleCnt="12"/>
      <dgm:spPr/>
    </dgm:pt>
    <dgm:pt modelId="{93276BFB-1FF6-4A5A-8E3D-405DEDD6E9A0}" type="pres">
      <dgm:prSet presAssocID="{D368AE43-300D-435A-AF46-75F284970157}" presName="vert1" presStyleCnt="0"/>
      <dgm:spPr/>
    </dgm:pt>
    <dgm:pt modelId="{0C8C1DEA-6261-4D0E-A599-F9595C9F7CB8}" type="pres">
      <dgm:prSet presAssocID="{3D3569AB-F114-4269-AB37-63BB35AA168C}" presName="vertSpace2a" presStyleCnt="0"/>
      <dgm:spPr/>
    </dgm:pt>
    <dgm:pt modelId="{7F036B16-E2F1-4AC3-890D-5D73E94D739A}" type="pres">
      <dgm:prSet presAssocID="{3D3569AB-F114-4269-AB37-63BB35AA168C}" presName="horz2" presStyleCnt="0"/>
      <dgm:spPr/>
    </dgm:pt>
    <dgm:pt modelId="{1ABC9426-8041-4720-BEF2-CA146F5AF27C}" type="pres">
      <dgm:prSet presAssocID="{3D3569AB-F114-4269-AB37-63BB35AA168C}" presName="horzSpace2" presStyleCnt="0"/>
      <dgm:spPr/>
    </dgm:pt>
    <dgm:pt modelId="{1D2D989C-C126-4F97-9239-3CB4E8F739DA}" type="pres">
      <dgm:prSet presAssocID="{3D3569AB-F114-4269-AB37-63BB35AA168C}" presName="tx2" presStyleLbl="revTx" presStyleIdx="7" presStyleCnt="12"/>
      <dgm:spPr/>
    </dgm:pt>
    <dgm:pt modelId="{D2372CE1-C3C7-4A9E-AD98-6648D8842BFF}" type="pres">
      <dgm:prSet presAssocID="{3D3569AB-F114-4269-AB37-63BB35AA168C}" presName="vert2" presStyleCnt="0"/>
      <dgm:spPr/>
    </dgm:pt>
    <dgm:pt modelId="{E699C84E-A10D-4875-A661-718B430024E8}" type="pres">
      <dgm:prSet presAssocID="{3D3569AB-F114-4269-AB37-63BB35AA168C}" presName="thinLine2b" presStyleLbl="callout" presStyleIdx="3" presStyleCnt="6"/>
      <dgm:spPr/>
    </dgm:pt>
    <dgm:pt modelId="{E2A88ABE-596E-4011-A333-5ACA4F00473B}" type="pres">
      <dgm:prSet presAssocID="{3D3569AB-F114-4269-AB37-63BB35AA168C}" presName="vertSpace2b" presStyleCnt="0"/>
      <dgm:spPr/>
    </dgm:pt>
    <dgm:pt modelId="{480F4C74-7340-4696-9480-B5053E751600}" type="pres">
      <dgm:prSet presAssocID="{8528F837-9E00-4360-8CA7-BB9DF41A8863}" presName="thickLine" presStyleLbl="alignNode1" presStyleIdx="4" presStyleCnt="6"/>
      <dgm:spPr/>
    </dgm:pt>
    <dgm:pt modelId="{475E50A0-2610-4E18-BDA9-C02B3C81958D}" type="pres">
      <dgm:prSet presAssocID="{8528F837-9E00-4360-8CA7-BB9DF41A8863}" presName="horz1" presStyleCnt="0"/>
      <dgm:spPr/>
    </dgm:pt>
    <dgm:pt modelId="{AFF13B75-55AC-432C-A8EF-AF0533FFD4F3}" type="pres">
      <dgm:prSet presAssocID="{8528F837-9E00-4360-8CA7-BB9DF41A8863}" presName="tx1" presStyleLbl="revTx" presStyleIdx="8" presStyleCnt="12"/>
      <dgm:spPr/>
    </dgm:pt>
    <dgm:pt modelId="{DB051758-B05D-44F9-B893-24444E149C1A}" type="pres">
      <dgm:prSet presAssocID="{8528F837-9E00-4360-8CA7-BB9DF41A8863}" presName="vert1" presStyleCnt="0"/>
      <dgm:spPr/>
    </dgm:pt>
    <dgm:pt modelId="{9C6B0679-AE8D-4798-8111-B5F168269833}" type="pres">
      <dgm:prSet presAssocID="{849EADB7-CF0E-43DE-B33E-78597D8176D1}" presName="vertSpace2a" presStyleCnt="0"/>
      <dgm:spPr/>
    </dgm:pt>
    <dgm:pt modelId="{3241FD0C-4158-4927-8A2D-302B5FAB34D2}" type="pres">
      <dgm:prSet presAssocID="{849EADB7-CF0E-43DE-B33E-78597D8176D1}" presName="horz2" presStyleCnt="0"/>
      <dgm:spPr/>
    </dgm:pt>
    <dgm:pt modelId="{C92407FB-5079-45D5-BF30-E26C048A6A1B}" type="pres">
      <dgm:prSet presAssocID="{849EADB7-CF0E-43DE-B33E-78597D8176D1}" presName="horzSpace2" presStyleCnt="0"/>
      <dgm:spPr/>
    </dgm:pt>
    <dgm:pt modelId="{6E8F1C94-7231-461A-8353-475F34879AF2}" type="pres">
      <dgm:prSet presAssocID="{849EADB7-CF0E-43DE-B33E-78597D8176D1}" presName="tx2" presStyleLbl="revTx" presStyleIdx="9" presStyleCnt="12"/>
      <dgm:spPr/>
    </dgm:pt>
    <dgm:pt modelId="{62588368-C4DA-46F6-96A7-0A66FD0D9A06}" type="pres">
      <dgm:prSet presAssocID="{849EADB7-CF0E-43DE-B33E-78597D8176D1}" presName="vert2" presStyleCnt="0"/>
      <dgm:spPr/>
    </dgm:pt>
    <dgm:pt modelId="{0B9E5AD4-FFAB-4B32-BF99-DE6959CE17F7}" type="pres">
      <dgm:prSet presAssocID="{849EADB7-CF0E-43DE-B33E-78597D8176D1}" presName="thinLine2b" presStyleLbl="callout" presStyleIdx="4" presStyleCnt="6"/>
      <dgm:spPr/>
    </dgm:pt>
    <dgm:pt modelId="{DE8B9EA3-814F-4673-AE12-B88825247641}" type="pres">
      <dgm:prSet presAssocID="{849EADB7-CF0E-43DE-B33E-78597D8176D1}" presName="vertSpace2b" presStyleCnt="0"/>
      <dgm:spPr/>
    </dgm:pt>
    <dgm:pt modelId="{243755BF-C01F-4E3B-B4F7-1C74ECBB7D12}" type="pres">
      <dgm:prSet presAssocID="{7B2B489A-66DD-4221-80AC-2C6E50DDD598}" presName="thickLine" presStyleLbl="alignNode1" presStyleIdx="5" presStyleCnt="6"/>
      <dgm:spPr/>
    </dgm:pt>
    <dgm:pt modelId="{B6796261-3E12-4FB7-B589-1307F7AF30EA}" type="pres">
      <dgm:prSet presAssocID="{7B2B489A-66DD-4221-80AC-2C6E50DDD598}" presName="horz1" presStyleCnt="0"/>
      <dgm:spPr/>
    </dgm:pt>
    <dgm:pt modelId="{21D4C267-1E40-41C0-ACD7-A65B13F58A2B}" type="pres">
      <dgm:prSet presAssocID="{7B2B489A-66DD-4221-80AC-2C6E50DDD598}" presName="tx1" presStyleLbl="revTx" presStyleIdx="10" presStyleCnt="12"/>
      <dgm:spPr/>
    </dgm:pt>
    <dgm:pt modelId="{A5F3633B-4CC7-4DFC-A34B-B4821836D223}" type="pres">
      <dgm:prSet presAssocID="{7B2B489A-66DD-4221-80AC-2C6E50DDD598}" presName="vert1" presStyleCnt="0"/>
      <dgm:spPr/>
    </dgm:pt>
    <dgm:pt modelId="{39B1F36B-1701-479E-A63A-76ECA4AF302D}" type="pres">
      <dgm:prSet presAssocID="{8E3A8655-94D9-4528-9115-C885E7CD06C5}" presName="vertSpace2a" presStyleCnt="0"/>
      <dgm:spPr/>
    </dgm:pt>
    <dgm:pt modelId="{43B07DCC-3B7F-4226-AFCA-CA0E67D44E24}" type="pres">
      <dgm:prSet presAssocID="{8E3A8655-94D9-4528-9115-C885E7CD06C5}" presName="horz2" presStyleCnt="0"/>
      <dgm:spPr/>
    </dgm:pt>
    <dgm:pt modelId="{C77E1C48-CD8F-4200-B7B3-03934B8629C1}" type="pres">
      <dgm:prSet presAssocID="{8E3A8655-94D9-4528-9115-C885E7CD06C5}" presName="horzSpace2" presStyleCnt="0"/>
      <dgm:spPr/>
    </dgm:pt>
    <dgm:pt modelId="{7D7B36BC-EE1A-46B3-8A89-2AE591E5E335}" type="pres">
      <dgm:prSet presAssocID="{8E3A8655-94D9-4528-9115-C885E7CD06C5}" presName="tx2" presStyleLbl="revTx" presStyleIdx="11" presStyleCnt="12"/>
      <dgm:spPr/>
    </dgm:pt>
    <dgm:pt modelId="{5029496B-1CA4-4993-B2A5-3567E058B839}" type="pres">
      <dgm:prSet presAssocID="{8E3A8655-94D9-4528-9115-C885E7CD06C5}" presName="vert2" presStyleCnt="0"/>
      <dgm:spPr/>
    </dgm:pt>
    <dgm:pt modelId="{FB85B2AF-1D02-46B3-AF45-093B6923D28E}" type="pres">
      <dgm:prSet presAssocID="{8E3A8655-94D9-4528-9115-C885E7CD06C5}" presName="thinLine2b" presStyleLbl="callout" presStyleIdx="5" presStyleCnt="6"/>
      <dgm:spPr/>
    </dgm:pt>
    <dgm:pt modelId="{D6FB11FA-4DCF-4691-9650-B637EC7C37FA}" type="pres">
      <dgm:prSet presAssocID="{8E3A8655-94D9-4528-9115-C885E7CD06C5}" presName="vertSpace2b" presStyleCnt="0"/>
      <dgm:spPr/>
    </dgm:pt>
  </dgm:ptLst>
  <dgm:cxnLst>
    <dgm:cxn modelId="{370D2C0A-FD21-41F5-8127-38DA190773E3}" srcId="{DEF298A8-CC95-47AC-AB4D-8B02201B0D4A}" destId="{FB89BC19-3C4E-4D07-AE96-FD20B009EFFC}" srcOrd="0" destOrd="0" parTransId="{E81ADB9C-CE39-4F1E-98D5-A998A117B5C7}" sibTransId="{CB71ABCC-E00E-4AFF-A803-5D96D15B3673}"/>
    <dgm:cxn modelId="{136A340A-7BDB-447E-971B-C4FA2BB1AAE9}" type="presOf" srcId="{BFA16D7F-BFC8-47B4-A5B7-D2FBA030BEB6}" destId="{7FE7DDFB-0509-48CB-8418-3137B73FBB38}" srcOrd="0" destOrd="0" presId="urn:microsoft.com/office/officeart/2008/layout/LinedList"/>
    <dgm:cxn modelId="{B1C2A927-E0FA-49F5-B8DA-8C42FD616D20}" srcId="{7B2B489A-66DD-4221-80AC-2C6E50DDD598}" destId="{8E3A8655-94D9-4528-9115-C885E7CD06C5}" srcOrd="0" destOrd="0" parTransId="{6DAB73E4-8FB2-4E93-8379-C3B206A7CCD6}" sibTransId="{DBA53D92-4172-4E1A-AFC3-1E1DA68A2133}"/>
    <dgm:cxn modelId="{59237C69-3ECC-41F9-8783-F06A75739FF6}" srcId="{155D2F03-55B6-4CFB-9F8E-663061A6CAB7}" destId="{D368AE43-300D-435A-AF46-75F284970157}" srcOrd="3" destOrd="0" parTransId="{C3BF1EFD-C1D6-4226-9168-41E860E155DC}" sibTransId="{6117D33E-49FE-475B-ACD7-EBD93825A6BF}"/>
    <dgm:cxn modelId="{084C076D-63EA-40D3-BA4D-9D29171B2E04}" srcId="{6D015A70-794B-4F3F-A8FF-EC39AF2D24DB}" destId="{035A8BA0-DAB8-4321-98D4-7DE8ABBAC89E}" srcOrd="0" destOrd="0" parTransId="{D45712A4-8521-4980-94E2-D9F2B8F1E85B}" sibTransId="{EC8CB9C7-3358-4A9E-96EF-3F237E1792FD}"/>
    <dgm:cxn modelId="{BA23854E-C868-4313-AF54-861DF7BCACBD}" type="presOf" srcId="{8528F837-9E00-4360-8CA7-BB9DF41A8863}" destId="{AFF13B75-55AC-432C-A8EF-AF0533FFD4F3}" srcOrd="0" destOrd="0" presId="urn:microsoft.com/office/officeart/2008/layout/LinedList"/>
    <dgm:cxn modelId="{5B5B5D50-7BBA-49FF-9BD9-0ABCCE417A95}" type="presOf" srcId="{3D3569AB-F114-4269-AB37-63BB35AA168C}" destId="{1D2D989C-C126-4F97-9239-3CB4E8F739DA}" srcOrd="0" destOrd="0" presId="urn:microsoft.com/office/officeart/2008/layout/LinedList"/>
    <dgm:cxn modelId="{7D2C7570-2044-4960-AD49-CBC19DC45748}" type="presOf" srcId="{8E3A8655-94D9-4528-9115-C885E7CD06C5}" destId="{7D7B36BC-EE1A-46B3-8A89-2AE591E5E335}" srcOrd="0" destOrd="0" presId="urn:microsoft.com/office/officeart/2008/layout/LinedList"/>
    <dgm:cxn modelId="{26541853-D39D-46BF-A1D4-5471187AB674}" type="presOf" srcId="{155D2F03-55B6-4CFB-9F8E-663061A6CAB7}" destId="{C1071F7D-5041-4DBD-B89C-385CF6760D94}" srcOrd="0" destOrd="0" presId="urn:microsoft.com/office/officeart/2008/layout/LinedList"/>
    <dgm:cxn modelId="{A69A4974-BD8F-43D2-B1DA-2F87A08CF649}" type="presOf" srcId="{FB89BC19-3C4E-4D07-AE96-FD20B009EFFC}" destId="{0AD6037A-16BC-4905-B468-B86CF45F1FEF}" srcOrd="0" destOrd="0" presId="urn:microsoft.com/office/officeart/2008/layout/LinedList"/>
    <dgm:cxn modelId="{E58F1359-255A-4A03-968D-8ECEC9CC80D8}" type="presOf" srcId="{DB41C673-92EC-4E28-A450-1523FB8BB6CC}" destId="{F834F393-9509-4473-863E-F1892DBACDC4}" srcOrd="0" destOrd="0" presId="urn:microsoft.com/office/officeart/2008/layout/LinedList"/>
    <dgm:cxn modelId="{6A65B48A-096D-4D3A-9A50-960E0B2E4771}" srcId="{155D2F03-55B6-4CFB-9F8E-663061A6CAB7}" destId="{DB41C673-92EC-4E28-A450-1523FB8BB6CC}" srcOrd="1" destOrd="0" parTransId="{2B673230-F558-40A1-A473-F3EC7C0CA817}" sibTransId="{391E46ED-8659-46B5-9581-7603834AFC30}"/>
    <dgm:cxn modelId="{A303E38E-638F-4B75-8F48-DB88FF6665A1}" type="presOf" srcId="{6D015A70-794B-4F3F-A8FF-EC39AF2D24DB}" destId="{9449FEAB-CDC7-4458-9528-9F2260F401E3}" srcOrd="0" destOrd="0" presId="urn:microsoft.com/office/officeart/2008/layout/LinedList"/>
    <dgm:cxn modelId="{D8501094-1460-4BA7-A444-D01D6BA36124}" srcId="{8528F837-9E00-4360-8CA7-BB9DF41A8863}" destId="{849EADB7-CF0E-43DE-B33E-78597D8176D1}" srcOrd="0" destOrd="0" parTransId="{413612D2-3F8C-4E21-BD90-6F259F1F8AC3}" sibTransId="{A852FD46-9042-4BE9-B7A6-45D2C756E7B5}"/>
    <dgm:cxn modelId="{5D6715A4-C29F-4BD3-BD78-2E2C8F992CA5}" type="presOf" srcId="{035A8BA0-DAB8-4321-98D4-7DE8ABBAC89E}" destId="{A483517E-FD76-4EE3-8BE1-E389B255E04A}" srcOrd="0" destOrd="0" presId="urn:microsoft.com/office/officeart/2008/layout/LinedList"/>
    <dgm:cxn modelId="{DB0243AC-AADE-4199-8D20-C56679482D3F}" type="presOf" srcId="{849EADB7-CF0E-43DE-B33E-78597D8176D1}" destId="{6E8F1C94-7231-461A-8353-475F34879AF2}" srcOrd="0" destOrd="0" presId="urn:microsoft.com/office/officeart/2008/layout/LinedList"/>
    <dgm:cxn modelId="{86D3EAC2-BB43-4E3C-9D81-C1827B892129}" srcId="{155D2F03-55B6-4CFB-9F8E-663061A6CAB7}" destId="{8528F837-9E00-4360-8CA7-BB9DF41A8863}" srcOrd="4" destOrd="0" parTransId="{22FAE70D-9DC9-4CBE-975E-25422DA2BB35}" sibTransId="{1D9CF1F3-6289-4082-BBE5-5A06DFD1E918}"/>
    <dgm:cxn modelId="{4AEFAFCA-28E3-46DD-8B2B-095F07026DD5}" srcId="{DB41C673-92EC-4E28-A450-1523FB8BB6CC}" destId="{BFA16D7F-BFC8-47B4-A5B7-D2FBA030BEB6}" srcOrd="0" destOrd="0" parTransId="{8BA9C1DE-8FB4-4B7D-8093-C6FA30617125}" sibTransId="{5B1899A7-FD80-4B6B-ADF7-E8F0E78B288A}"/>
    <dgm:cxn modelId="{F2FD71D7-E0BA-4935-8535-1804A9E72D75}" srcId="{155D2F03-55B6-4CFB-9F8E-663061A6CAB7}" destId="{7B2B489A-66DD-4221-80AC-2C6E50DDD598}" srcOrd="5" destOrd="0" parTransId="{3A152C1E-24E0-415D-98C3-78BC1AC73EBF}" sibTransId="{260362F7-100A-4C64-86F9-20447B2C6479}"/>
    <dgm:cxn modelId="{3E5DB8DA-AF61-40EC-B9BC-D4CB0C4DC8C5}" type="presOf" srcId="{7B2B489A-66DD-4221-80AC-2C6E50DDD598}" destId="{21D4C267-1E40-41C0-ACD7-A65B13F58A2B}" srcOrd="0" destOrd="0" presId="urn:microsoft.com/office/officeart/2008/layout/LinedList"/>
    <dgm:cxn modelId="{FB851FDE-10A7-440C-9841-D3331E11FE17}" srcId="{D368AE43-300D-435A-AF46-75F284970157}" destId="{3D3569AB-F114-4269-AB37-63BB35AA168C}" srcOrd="0" destOrd="0" parTransId="{30B4076A-DE34-4354-99ED-F8ABE4EACA90}" sibTransId="{B6B44358-FF1A-4198-9F55-6895D3623DF3}"/>
    <dgm:cxn modelId="{BFBBC4E4-914D-4C0B-8C1E-FEE516532227}" type="presOf" srcId="{DEF298A8-CC95-47AC-AB4D-8B02201B0D4A}" destId="{F59C37EF-C185-419B-BC30-CF3DF91E6E02}" srcOrd="0" destOrd="0" presId="urn:microsoft.com/office/officeart/2008/layout/LinedList"/>
    <dgm:cxn modelId="{3E8CBAE7-4457-411C-94AC-BC40237AEA64}" type="presOf" srcId="{D368AE43-300D-435A-AF46-75F284970157}" destId="{DC2E39AE-9CD8-4133-BB90-419CCA83DFB7}" srcOrd="0" destOrd="0" presId="urn:microsoft.com/office/officeart/2008/layout/LinedList"/>
    <dgm:cxn modelId="{7C9FAAEE-4DDE-465A-B934-6B416A690D88}" srcId="{155D2F03-55B6-4CFB-9F8E-663061A6CAB7}" destId="{6D015A70-794B-4F3F-A8FF-EC39AF2D24DB}" srcOrd="0" destOrd="0" parTransId="{804D0CF1-625B-4DEF-B8A8-44F802CFD055}" sibTransId="{D66FE124-9624-4A40-8531-E0D3CF83808E}"/>
    <dgm:cxn modelId="{1CAB7EF1-BA1A-4A16-8482-C14E386A3C1C}" srcId="{155D2F03-55B6-4CFB-9F8E-663061A6CAB7}" destId="{DEF298A8-CC95-47AC-AB4D-8B02201B0D4A}" srcOrd="2" destOrd="0" parTransId="{D6C8E610-A8CA-4C1D-A165-6877CE414986}" sibTransId="{4C563CBB-17FF-4307-A8E7-437D2E88BF5B}"/>
    <dgm:cxn modelId="{2B49778A-ADEB-4624-830B-FD37862993FF}" type="presParOf" srcId="{C1071F7D-5041-4DBD-B89C-385CF6760D94}" destId="{9289046F-841D-4961-8A02-A767590E26E3}" srcOrd="0" destOrd="0" presId="urn:microsoft.com/office/officeart/2008/layout/LinedList"/>
    <dgm:cxn modelId="{A8CCF53F-AB7F-4C85-BB7B-DC7A9BFD4120}" type="presParOf" srcId="{C1071F7D-5041-4DBD-B89C-385CF6760D94}" destId="{F06E3B11-FD47-4CB3-861C-3C0409BF50FA}" srcOrd="1" destOrd="0" presId="urn:microsoft.com/office/officeart/2008/layout/LinedList"/>
    <dgm:cxn modelId="{59DBDB17-8BE8-47B4-84BB-744EE9381C83}" type="presParOf" srcId="{F06E3B11-FD47-4CB3-861C-3C0409BF50FA}" destId="{9449FEAB-CDC7-4458-9528-9F2260F401E3}" srcOrd="0" destOrd="0" presId="urn:microsoft.com/office/officeart/2008/layout/LinedList"/>
    <dgm:cxn modelId="{7E6A142B-FE31-4130-A08A-D3316A00BA8F}" type="presParOf" srcId="{F06E3B11-FD47-4CB3-861C-3C0409BF50FA}" destId="{263A3A0E-DAC4-499A-96C9-2B2C3DF801B8}" srcOrd="1" destOrd="0" presId="urn:microsoft.com/office/officeart/2008/layout/LinedList"/>
    <dgm:cxn modelId="{07549B14-FD2A-49BA-9A9E-C3C618420701}" type="presParOf" srcId="{263A3A0E-DAC4-499A-96C9-2B2C3DF801B8}" destId="{83E09DE8-88FC-43F0-BFA1-A0A19A897D28}" srcOrd="0" destOrd="0" presId="urn:microsoft.com/office/officeart/2008/layout/LinedList"/>
    <dgm:cxn modelId="{89C1C773-864B-4030-BAAB-F14FD80AB636}" type="presParOf" srcId="{263A3A0E-DAC4-499A-96C9-2B2C3DF801B8}" destId="{BA234DE8-2CE2-4477-A79D-CAAC7753A814}" srcOrd="1" destOrd="0" presId="urn:microsoft.com/office/officeart/2008/layout/LinedList"/>
    <dgm:cxn modelId="{1C904B26-4748-4549-8437-FD9EAFEBE67B}" type="presParOf" srcId="{BA234DE8-2CE2-4477-A79D-CAAC7753A814}" destId="{A36216E3-8F9E-4B6B-92F6-F6299E83D2AF}" srcOrd="0" destOrd="0" presId="urn:microsoft.com/office/officeart/2008/layout/LinedList"/>
    <dgm:cxn modelId="{57920CE7-168A-41F2-B899-25055134D2E9}" type="presParOf" srcId="{BA234DE8-2CE2-4477-A79D-CAAC7753A814}" destId="{A483517E-FD76-4EE3-8BE1-E389B255E04A}" srcOrd="1" destOrd="0" presId="urn:microsoft.com/office/officeart/2008/layout/LinedList"/>
    <dgm:cxn modelId="{EB0FC94F-5234-43EA-8B8F-3E12670355D7}" type="presParOf" srcId="{BA234DE8-2CE2-4477-A79D-CAAC7753A814}" destId="{C7441137-59DA-4528-B01A-527F57772231}" srcOrd="2" destOrd="0" presId="urn:microsoft.com/office/officeart/2008/layout/LinedList"/>
    <dgm:cxn modelId="{BBA479C8-FE94-403F-B83D-ED9A07094181}" type="presParOf" srcId="{263A3A0E-DAC4-499A-96C9-2B2C3DF801B8}" destId="{10465C11-0F8B-4FF4-8FAE-98689468CB80}" srcOrd="2" destOrd="0" presId="urn:microsoft.com/office/officeart/2008/layout/LinedList"/>
    <dgm:cxn modelId="{6A69520E-D6EE-4A6E-9F1E-A9D334CF9636}" type="presParOf" srcId="{263A3A0E-DAC4-499A-96C9-2B2C3DF801B8}" destId="{243B4655-5FA5-48A7-ACBE-17562BCCB677}" srcOrd="3" destOrd="0" presId="urn:microsoft.com/office/officeart/2008/layout/LinedList"/>
    <dgm:cxn modelId="{50AE4BBC-8AB0-4060-B612-F3E95B6EC180}" type="presParOf" srcId="{C1071F7D-5041-4DBD-B89C-385CF6760D94}" destId="{30D30A27-4C2D-4C5C-B84B-526269D870B2}" srcOrd="2" destOrd="0" presId="urn:microsoft.com/office/officeart/2008/layout/LinedList"/>
    <dgm:cxn modelId="{1E589729-386A-4DD6-B079-1F3671F14022}" type="presParOf" srcId="{C1071F7D-5041-4DBD-B89C-385CF6760D94}" destId="{369A086F-C4DB-4A73-AE69-1BE12A89D802}" srcOrd="3" destOrd="0" presId="urn:microsoft.com/office/officeart/2008/layout/LinedList"/>
    <dgm:cxn modelId="{2EA22BE5-B876-47CD-B19E-5E6894144027}" type="presParOf" srcId="{369A086F-C4DB-4A73-AE69-1BE12A89D802}" destId="{F834F393-9509-4473-863E-F1892DBACDC4}" srcOrd="0" destOrd="0" presId="urn:microsoft.com/office/officeart/2008/layout/LinedList"/>
    <dgm:cxn modelId="{2DEF5AC3-837B-4749-847C-FBC500C6EA73}" type="presParOf" srcId="{369A086F-C4DB-4A73-AE69-1BE12A89D802}" destId="{83F69D0A-8144-4444-AB34-91D974C6E022}" srcOrd="1" destOrd="0" presId="urn:microsoft.com/office/officeart/2008/layout/LinedList"/>
    <dgm:cxn modelId="{E65D24B1-41BF-4690-BE7D-2A93BF3B08D6}" type="presParOf" srcId="{83F69D0A-8144-4444-AB34-91D974C6E022}" destId="{E6CA775D-CC83-40D3-B2EB-42A29F58CFF4}" srcOrd="0" destOrd="0" presId="urn:microsoft.com/office/officeart/2008/layout/LinedList"/>
    <dgm:cxn modelId="{3F2EABB2-BCF8-4353-9EC5-18398866FBE7}" type="presParOf" srcId="{83F69D0A-8144-4444-AB34-91D974C6E022}" destId="{5A918A10-178B-4F2E-870C-95651C559CF4}" srcOrd="1" destOrd="0" presId="urn:microsoft.com/office/officeart/2008/layout/LinedList"/>
    <dgm:cxn modelId="{6EB0BCF4-805E-410D-A6A2-0AD4FC56D597}" type="presParOf" srcId="{5A918A10-178B-4F2E-870C-95651C559CF4}" destId="{C4E5B462-258E-43AE-813A-8FC0CD8A0E34}" srcOrd="0" destOrd="0" presId="urn:microsoft.com/office/officeart/2008/layout/LinedList"/>
    <dgm:cxn modelId="{E749A00E-52B5-4D85-A527-E4E9E746CC29}" type="presParOf" srcId="{5A918A10-178B-4F2E-870C-95651C559CF4}" destId="{7FE7DDFB-0509-48CB-8418-3137B73FBB38}" srcOrd="1" destOrd="0" presId="urn:microsoft.com/office/officeart/2008/layout/LinedList"/>
    <dgm:cxn modelId="{B4DF19AB-7429-48B0-ABDD-E60A79BF1430}" type="presParOf" srcId="{5A918A10-178B-4F2E-870C-95651C559CF4}" destId="{77EA252E-61C7-488B-9C9D-4478AB3CCF5D}" srcOrd="2" destOrd="0" presId="urn:microsoft.com/office/officeart/2008/layout/LinedList"/>
    <dgm:cxn modelId="{3DAA7DC1-28FA-49B2-B170-7AD6ACDB3E9A}" type="presParOf" srcId="{83F69D0A-8144-4444-AB34-91D974C6E022}" destId="{E9077B6A-6CE5-414D-B54D-9B23B29C21E9}" srcOrd="2" destOrd="0" presId="urn:microsoft.com/office/officeart/2008/layout/LinedList"/>
    <dgm:cxn modelId="{6B2D2996-58B4-4972-8E99-010647D9C842}" type="presParOf" srcId="{83F69D0A-8144-4444-AB34-91D974C6E022}" destId="{31664D09-4C42-4D9E-B3F5-9A9AE4D17057}" srcOrd="3" destOrd="0" presId="urn:microsoft.com/office/officeart/2008/layout/LinedList"/>
    <dgm:cxn modelId="{F78CF9D1-349D-4466-A611-C8F79DD271F4}" type="presParOf" srcId="{C1071F7D-5041-4DBD-B89C-385CF6760D94}" destId="{58E03659-DAAA-47F8-B7E5-49FCD63B65E4}" srcOrd="4" destOrd="0" presId="urn:microsoft.com/office/officeart/2008/layout/LinedList"/>
    <dgm:cxn modelId="{F7E1D723-7EFA-4CC2-883A-4C0F318B948B}" type="presParOf" srcId="{C1071F7D-5041-4DBD-B89C-385CF6760D94}" destId="{8606EF85-DE51-4BBA-9875-31812EC1FCD1}" srcOrd="5" destOrd="0" presId="urn:microsoft.com/office/officeart/2008/layout/LinedList"/>
    <dgm:cxn modelId="{7BD66D69-A79F-4E2A-8319-259F5F465682}" type="presParOf" srcId="{8606EF85-DE51-4BBA-9875-31812EC1FCD1}" destId="{F59C37EF-C185-419B-BC30-CF3DF91E6E02}" srcOrd="0" destOrd="0" presId="urn:microsoft.com/office/officeart/2008/layout/LinedList"/>
    <dgm:cxn modelId="{FE229088-1D96-4757-9E75-877C6048806D}" type="presParOf" srcId="{8606EF85-DE51-4BBA-9875-31812EC1FCD1}" destId="{0A52783C-0DD3-489E-9605-E34C21749845}" srcOrd="1" destOrd="0" presId="urn:microsoft.com/office/officeart/2008/layout/LinedList"/>
    <dgm:cxn modelId="{A134E405-4C50-4B5A-BBCD-D55C32E7EFDB}" type="presParOf" srcId="{0A52783C-0DD3-489E-9605-E34C21749845}" destId="{7A7680B8-E1BA-4FC5-A63F-2163B87AB176}" srcOrd="0" destOrd="0" presId="urn:microsoft.com/office/officeart/2008/layout/LinedList"/>
    <dgm:cxn modelId="{AA15E947-159B-4D93-A0FB-4A0BEB33D939}" type="presParOf" srcId="{0A52783C-0DD3-489E-9605-E34C21749845}" destId="{673F6D93-878B-48E6-8D62-B2E1D47F013D}" srcOrd="1" destOrd="0" presId="urn:microsoft.com/office/officeart/2008/layout/LinedList"/>
    <dgm:cxn modelId="{782646DC-FD47-45FC-9C7F-C43FCBAA5DD3}" type="presParOf" srcId="{673F6D93-878B-48E6-8D62-B2E1D47F013D}" destId="{810E9F2B-4F15-4206-BE4C-E331496EE78E}" srcOrd="0" destOrd="0" presId="urn:microsoft.com/office/officeart/2008/layout/LinedList"/>
    <dgm:cxn modelId="{72DC429B-4038-446E-BC08-0BEC513E8917}" type="presParOf" srcId="{673F6D93-878B-48E6-8D62-B2E1D47F013D}" destId="{0AD6037A-16BC-4905-B468-B86CF45F1FEF}" srcOrd="1" destOrd="0" presId="urn:microsoft.com/office/officeart/2008/layout/LinedList"/>
    <dgm:cxn modelId="{A440CA10-14DF-478F-8321-80DAA2543DE9}" type="presParOf" srcId="{673F6D93-878B-48E6-8D62-B2E1D47F013D}" destId="{27131B98-A67C-47E1-96E5-DBFD17B7BC07}" srcOrd="2" destOrd="0" presId="urn:microsoft.com/office/officeart/2008/layout/LinedList"/>
    <dgm:cxn modelId="{6DC8DADC-7B63-45D1-B198-AB92686548B5}" type="presParOf" srcId="{0A52783C-0DD3-489E-9605-E34C21749845}" destId="{40EAB58A-5862-48B6-8BE9-F209743664F6}" srcOrd="2" destOrd="0" presId="urn:microsoft.com/office/officeart/2008/layout/LinedList"/>
    <dgm:cxn modelId="{FBF318C3-4665-4D81-AA18-8F9676699480}" type="presParOf" srcId="{0A52783C-0DD3-489E-9605-E34C21749845}" destId="{F2374357-BF42-4530-8F49-328D6AEEA540}" srcOrd="3" destOrd="0" presId="urn:microsoft.com/office/officeart/2008/layout/LinedList"/>
    <dgm:cxn modelId="{1E7E7D26-E65C-4633-A06C-183EAEDAC9D5}" type="presParOf" srcId="{C1071F7D-5041-4DBD-B89C-385CF6760D94}" destId="{59AA7E38-76C6-4F9D-873F-BC473B145BF3}" srcOrd="6" destOrd="0" presId="urn:microsoft.com/office/officeart/2008/layout/LinedList"/>
    <dgm:cxn modelId="{C319D616-9EC6-4A6C-AFB9-05F19AD9703C}" type="presParOf" srcId="{C1071F7D-5041-4DBD-B89C-385CF6760D94}" destId="{4B959BC5-D426-4DF3-BDAF-5DCC589D1D43}" srcOrd="7" destOrd="0" presId="urn:microsoft.com/office/officeart/2008/layout/LinedList"/>
    <dgm:cxn modelId="{E2054870-5A6B-4640-9E19-752E98507CF6}" type="presParOf" srcId="{4B959BC5-D426-4DF3-BDAF-5DCC589D1D43}" destId="{DC2E39AE-9CD8-4133-BB90-419CCA83DFB7}" srcOrd="0" destOrd="0" presId="urn:microsoft.com/office/officeart/2008/layout/LinedList"/>
    <dgm:cxn modelId="{B0D562FE-E397-4D86-A5E0-EE5F017BA008}" type="presParOf" srcId="{4B959BC5-D426-4DF3-BDAF-5DCC589D1D43}" destId="{93276BFB-1FF6-4A5A-8E3D-405DEDD6E9A0}" srcOrd="1" destOrd="0" presId="urn:microsoft.com/office/officeart/2008/layout/LinedList"/>
    <dgm:cxn modelId="{6C15C79B-076A-4DCC-BD9B-E6F01DA1E3A5}" type="presParOf" srcId="{93276BFB-1FF6-4A5A-8E3D-405DEDD6E9A0}" destId="{0C8C1DEA-6261-4D0E-A599-F9595C9F7CB8}" srcOrd="0" destOrd="0" presId="urn:microsoft.com/office/officeart/2008/layout/LinedList"/>
    <dgm:cxn modelId="{33FEF27A-3625-4F91-B022-E942FED7FC64}" type="presParOf" srcId="{93276BFB-1FF6-4A5A-8E3D-405DEDD6E9A0}" destId="{7F036B16-E2F1-4AC3-890D-5D73E94D739A}" srcOrd="1" destOrd="0" presId="urn:microsoft.com/office/officeart/2008/layout/LinedList"/>
    <dgm:cxn modelId="{DE4851C7-ACA6-4B2F-BB4E-776F52733CF8}" type="presParOf" srcId="{7F036B16-E2F1-4AC3-890D-5D73E94D739A}" destId="{1ABC9426-8041-4720-BEF2-CA146F5AF27C}" srcOrd="0" destOrd="0" presId="urn:microsoft.com/office/officeart/2008/layout/LinedList"/>
    <dgm:cxn modelId="{CE2846EC-EED0-4D2D-B5E9-DC8E37628A21}" type="presParOf" srcId="{7F036B16-E2F1-4AC3-890D-5D73E94D739A}" destId="{1D2D989C-C126-4F97-9239-3CB4E8F739DA}" srcOrd="1" destOrd="0" presId="urn:microsoft.com/office/officeart/2008/layout/LinedList"/>
    <dgm:cxn modelId="{FF216A52-3E21-42A8-A754-7364C3EABAFE}" type="presParOf" srcId="{7F036B16-E2F1-4AC3-890D-5D73E94D739A}" destId="{D2372CE1-C3C7-4A9E-AD98-6648D8842BFF}" srcOrd="2" destOrd="0" presId="urn:microsoft.com/office/officeart/2008/layout/LinedList"/>
    <dgm:cxn modelId="{5B9F8599-D6AC-4BA9-966D-0E1504AFD4B0}" type="presParOf" srcId="{93276BFB-1FF6-4A5A-8E3D-405DEDD6E9A0}" destId="{E699C84E-A10D-4875-A661-718B430024E8}" srcOrd="2" destOrd="0" presId="urn:microsoft.com/office/officeart/2008/layout/LinedList"/>
    <dgm:cxn modelId="{469B9BF9-63B5-4B97-8776-7018985C0A18}" type="presParOf" srcId="{93276BFB-1FF6-4A5A-8E3D-405DEDD6E9A0}" destId="{E2A88ABE-596E-4011-A333-5ACA4F00473B}" srcOrd="3" destOrd="0" presId="urn:microsoft.com/office/officeart/2008/layout/LinedList"/>
    <dgm:cxn modelId="{932C2F68-95D4-4EC4-892E-65B1D85CB5A3}" type="presParOf" srcId="{C1071F7D-5041-4DBD-B89C-385CF6760D94}" destId="{480F4C74-7340-4696-9480-B5053E751600}" srcOrd="8" destOrd="0" presId="urn:microsoft.com/office/officeart/2008/layout/LinedList"/>
    <dgm:cxn modelId="{1DFA6970-3AAE-4E2E-86B8-CD1D24A5DA4C}" type="presParOf" srcId="{C1071F7D-5041-4DBD-B89C-385CF6760D94}" destId="{475E50A0-2610-4E18-BDA9-C02B3C81958D}" srcOrd="9" destOrd="0" presId="urn:microsoft.com/office/officeart/2008/layout/LinedList"/>
    <dgm:cxn modelId="{52778DF7-6F73-4B5B-BFAC-E14A312E73EA}" type="presParOf" srcId="{475E50A0-2610-4E18-BDA9-C02B3C81958D}" destId="{AFF13B75-55AC-432C-A8EF-AF0533FFD4F3}" srcOrd="0" destOrd="0" presId="urn:microsoft.com/office/officeart/2008/layout/LinedList"/>
    <dgm:cxn modelId="{7CF867E6-813E-43B1-B9AB-63F0D45656B3}" type="presParOf" srcId="{475E50A0-2610-4E18-BDA9-C02B3C81958D}" destId="{DB051758-B05D-44F9-B893-24444E149C1A}" srcOrd="1" destOrd="0" presId="urn:microsoft.com/office/officeart/2008/layout/LinedList"/>
    <dgm:cxn modelId="{5D781453-73EC-4A10-9C18-DA03122430D2}" type="presParOf" srcId="{DB051758-B05D-44F9-B893-24444E149C1A}" destId="{9C6B0679-AE8D-4798-8111-B5F168269833}" srcOrd="0" destOrd="0" presId="urn:microsoft.com/office/officeart/2008/layout/LinedList"/>
    <dgm:cxn modelId="{D1592F32-D25F-4EE6-9A5A-D4AC0458C3EF}" type="presParOf" srcId="{DB051758-B05D-44F9-B893-24444E149C1A}" destId="{3241FD0C-4158-4927-8A2D-302B5FAB34D2}" srcOrd="1" destOrd="0" presId="urn:microsoft.com/office/officeart/2008/layout/LinedList"/>
    <dgm:cxn modelId="{A45D38D6-9E01-4735-BAFC-996E8A9FF845}" type="presParOf" srcId="{3241FD0C-4158-4927-8A2D-302B5FAB34D2}" destId="{C92407FB-5079-45D5-BF30-E26C048A6A1B}" srcOrd="0" destOrd="0" presId="urn:microsoft.com/office/officeart/2008/layout/LinedList"/>
    <dgm:cxn modelId="{26F222E1-F71A-4A09-950E-B21E46FF7CF5}" type="presParOf" srcId="{3241FD0C-4158-4927-8A2D-302B5FAB34D2}" destId="{6E8F1C94-7231-461A-8353-475F34879AF2}" srcOrd="1" destOrd="0" presId="urn:microsoft.com/office/officeart/2008/layout/LinedList"/>
    <dgm:cxn modelId="{448002D3-8DE1-4147-8DEA-CE2131F3AF42}" type="presParOf" srcId="{3241FD0C-4158-4927-8A2D-302B5FAB34D2}" destId="{62588368-C4DA-46F6-96A7-0A66FD0D9A06}" srcOrd="2" destOrd="0" presId="urn:microsoft.com/office/officeart/2008/layout/LinedList"/>
    <dgm:cxn modelId="{56506911-B336-415D-A318-21E6E198BC26}" type="presParOf" srcId="{DB051758-B05D-44F9-B893-24444E149C1A}" destId="{0B9E5AD4-FFAB-4B32-BF99-DE6959CE17F7}" srcOrd="2" destOrd="0" presId="urn:microsoft.com/office/officeart/2008/layout/LinedList"/>
    <dgm:cxn modelId="{16821F63-946B-4C4B-B20A-14E7F4929474}" type="presParOf" srcId="{DB051758-B05D-44F9-B893-24444E149C1A}" destId="{DE8B9EA3-814F-4673-AE12-B88825247641}" srcOrd="3" destOrd="0" presId="urn:microsoft.com/office/officeart/2008/layout/LinedList"/>
    <dgm:cxn modelId="{8815D172-22B1-4D65-A5C0-968F353E53EB}" type="presParOf" srcId="{C1071F7D-5041-4DBD-B89C-385CF6760D94}" destId="{243755BF-C01F-4E3B-B4F7-1C74ECBB7D12}" srcOrd="10" destOrd="0" presId="urn:microsoft.com/office/officeart/2008/layout/LinedList"/>
    <dgm:cxn modelId="{A0E16302-D4A5-41D3-AA78-F5F531A469C8}" type="presParOf" srcId="{C1071F7D-5041-4DBD-B89C-385CF6760D94}" destId="{B6796261-3E12-4FB7-B589-1307F7AF30EA}" srcOrd="11" destOrd="0" presId="urn:microsoft.com/office/officeart/2008/layout/LinedList"/>
    <dgm:cxn modelId="{9D840BD9-C405-4FD0-AB9B-D8EE009187C8}" type="presParOf" srcId="{B6796261-3E12-4FB7-B589-1307F7AF30EA}" destId="{21D4C267-1E40-41C0-ACD7-A65B13F58A2B}" srcOrd="0" destOrd="0" presId="urn:microsoft.com/office/officeart/2008/layout/LinedList"/>
    <dgm:cxn modelId="{5E06F0D7-4552-4F5E-BFEB-A7A3A3A5AD8F}" type="presParOf" srcId="{B6796261-3E12-4FB7-B589-1307F7AF30EA}" destId="{A5F3633B-4CC7-4DFC-A34B-B4821836D223}" srcOrd="1" destOrd="0" presId="urn:microsoft.com/office/officeart/2008/layout/LinedList"/>
    <dgm:cxn modelId="{B07D0F8B-A7E6-4815-85D0-C4E6E6097053}" type="presParOf" srcId="{A5F3633B-4CC7-4DFC-A34B-B4821836D223}" destId="{39B1F36B-1701-479E-A63A-76ECA4AF302D}" srcOrd="0" destOrd="0" presId="urn:microsoft.com/office/officeart/2008/layout/LinedList"/>
    <dgm:cxn modelId="{E80842BD-906B-4905-8AB3-155B80384276}" type="presParOf" srcId="{A5F3633B-4CC7-4DFC-A34B-B4821836D223}" destId="{43B07DCC-3B7F-4226-AFCA-CA0E67D44E24}" srcOrd="1" destOrd="0" presId="urn:microsoft.com/office/officeart/2008/layout/LinedList"/>
    <dgm:cxn modelId="{B73A454E-FD77-4D5C-AB3F-203FCE71175B}" type="presParOf" srcId="{43B07DCC-3B7F-4226-AFCA-CA0E67D44E24}" destId="{C77E1C48-CD8F-4200-B7B3-03934B8629C1}" srcOrd="0" destOrd="0" presId="urn:microsoft.com/office/officeart/2008/layout/LinedList"/>
    <dgm:cxn modelId="{065BBE47-A70A-4B36-94C6-799D6A573686}" type="presParOf" srcId="{43B07DCC-3B7F-4226-AFCA-CA0E67D44E24}" destId="{7D7B36BC-EE1A-46B3-8A89-2AE591E5E335}" srcOrd="1" destOrd="0" presId="urn:microsoft.com/office/officeart/2008/layout/LinedList"/>
    <dgm:cxn modelId="{02675730-078B-4DAB-9032-0551F44AC583}" type="presParOf" srcId="{43B07DCC-3B7F-4226-AFCA-CA0E67D44E24}" destId="{5029496B-1CA4-4993-B2A5-3567E058B839}" srcOrd="2" destOrd="0" presId="urn:microsoft.com/office/officeart/2008/layout/LinedList"/>
    <dgm:cxn modelId="{5EE0BC0D-DD43-41D7-81B2-F35F0BE56C03}" type="presParOf" srcId="{A5F3633B-4CC7-4DFC-A34B-B4821836D223}" destId="{FB85B2AF-1D02-46B3-AF45-093B6923D28E}" srcOrd="2" destOrd="0" presId="urn:microsoft.com/office/officeart/2008/layout/LinedList"/>
    <dgm:cxn modelId="{5B40D180-8CEA-4F19-8DAE-45A8EDD044DA}" type="presParOf" srcId="{A5F3633B-4CC7-4DFC-A34B-B4821836D223}" destId="{D6FB11FA-4DCF-4691-9650-B637EC7C37FA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9046F-841D-4961-8A02-A767590E26E3}">
      <dsp:nvSpPr>
        <dsp:cNvPr id="0" name=""/>
        <dsp:cNvSpPr/>
      </dsp:nvSpPr>
      <dsp:spPr>
        <a:xfrm>
          <a:off x="0" y="2703"/>
          <a:ext cx="72337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9FEAB-CDC7-4458-9528-9F2260F401E3}">
      <dsp:nvSpPr>
        <dsp:cNvPr id="0" name=""/>
        <dsp:cNvSpPr/>
      </dsp:nvSpPr>
      <dsp:spPr>
        <a:xfrm>
          <a:off x="0" y="2703"/>
          <a:ext cx="1446745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-</a:t>
          </a:r>
          <a:r>
            <a:rPr lang="en-US" sz="2400" b="1" kern="1200" dirty="0" err="1"/>
            <a:t>rw</a:t>
          </a:r>
          <a:r>
            <a:rPr lang="en-US" sz="2400" b="1" kern="1200" dirty="0"/>
            <a:t>-------: </a:t>
          </a:r>
          <a:endParaRPr lang="en-US" sz="2400" kern="1200" dirty="0"/>
        </a:p>
      </dsp:txBody>
      <dsp:txXfrm>
        <a:off x="0" y="2703"/>
        <a:ext cx="1446745" cy="921789"/>
      </dsp:txXfrm>
    </dsp:sp>
    <dsp:sp modelId="{A483517E-FD76-4EE3-8BE1-E389B255E04A}">
      <dsp:nvSpPr>
        <dsp:cNvPr id="0" name=""/>
        <dsp:cNvSpPr/>
      </dsp:nvSpPr>
      <dsp:spPr>
        <a:xfrm>
          <a:off x="1555251" y="44561"/>
          <a:ext cx="5678476" cy="837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file that is only accessible by its owner</a:t>
          </a:r>
        </a:p>
      </dsp:txBody>
      <dsp:txXfrm>
        <a:off x="1555251" y="44561"/>
        <a:ext cx="5678476" cy="837171"/>
      </dsp:txXfrm>
    </dsp:sp>
    <dsp:sp modelId="{10465C11-0F8B-4FF4-8FAE-98689468CB80}">
      <dsp:nvSpPr>
        <dsp:cNvPr id="0" name=""/>
        <dsp:cNvSpPr/>
      </dsp:nvSpPr>
      <dsp:spPr>
        <a:xfrm>
          <a:off x="1446745" y="881733"/>
          <a:ext cx="578698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30A27-4C2D-4C5C-B84B-526269D870B2}">
      <dsp:nvSpPr>
        <dsp:cNvPr id="0" name=""/>
        <dsp:cNvSpPr/>
      </dsp:nvSpPr>
      <dsp:spPr>
        <a:xfrm>
          <a:off x="0" y="924492"/>
          <a:ext cx="7233728" cy="0"/>
        </a:xfrm>
        <a:prstGeom prst="line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4F393-9509-4473-863E-F1892DBACDC4}">
      <dsp:nvSpPr>
        <dsp:cNvPr id="0" name=""/>
        <dsp:cNvSpPr/>
      </dsp:nvSpPr>
      <dsp:spPr>
        <a:xfrm>
          <a:off x="0" y="924492"/>
          <a:ext cx="1446745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-rwxr-xr-x: </a:t>
          </a:r>
          <a:endParaRPr lang="en-US" sz="2400" kern="1200"/>
        </a:p>
      </dsp:txBody>
      <dsp:txXfrm>
        <a:off x="0" y="924492"/>
        <a:ext cx="1446745" cy="921789"/>
      </dsp:txXfrm>
    </dsp:sp>
    <dsp:sp modelId="{7FE7DDFB-0509-48CB-8418-3137B73FBB38}">
      <dsp:nvSpPr>
        <dsp:cNvPr id="0" name=""/>
        <dsp:cNvSpPr/>
      </dsp:nvSpPr>
      <dsp:spPr>
        <a:xfrm>
          <a:off x="1555251" y="966350"/>
          <a:ext cx="5678476" cy="837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 file that is executable by every user on the system. A “world-executable” file</a:t>
          </a:r>
        </a:p>
      </dsp:txBody>
      <dsp:txXfrm>
        <a:off x="1555251" y="966350"/>
        <a:ext cx="5678476" cy="837171"/>
      </dsp:txXfrm>
    </dsp:sp>
    <dsp:sp modelId="{E9077B6A-6CE5-414D-B54D-9B23B29C21E9}">
      <dsp:nvSpPr>
        <dsp:cNvPr id="0" name=""/>
        <dsp:cNvSpPr/>
      </dsp:nvSpPr>
      <dsp:spPr>
        <a:xfrm>
          <a:off x="1446745" y="1803522"/>
          <a:ext cx="578698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03659-DAAA-47F8-B7E5-49FCD63B65E4}">
      <dsp:nvSpPr>
        <dsp:cNvPr id="0" name=""/>
        <dsp:cNvSpPr/>
      </dsp:nvSpPr>
      <dsp:spPr>
        <a:xfrm>
          <a:off x="0" y="1846281"/>
          <a:ext cx="7233728" cy="0"/>
        </a:xfrm>
        <a:prstGeom prst="lin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37EF-C185-419B-BC30-CF3DF91E6E02}">
      <dsp:nvSpPr>
        <dsp:cNvPr id="0" name=""/>
        <dsp:cNvSpPr/>
      </dsp:nvSpPr>
      <dsp:spPr>
        <a:xfrm>
          <a:off x="0" y="1846281"/>
          <a:ext cx="1446745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-rw-rw-rw-: </a:t>
          </a:r>
          <a:endParaRPr lang="en-US" sz="2400" kern="1200"/>
        </a:p>
      </dsp:txBody>
      <dsp:txXfrm>
        <a:off x="0" y="1846281"/>
        <a:ext cx="1446745" cy="921789"/>
      </dsp:txXfrm>
    </dsp:sp>
    <dsp:sp modelId="{0AD6037A-16BC-4905-B468-B86CF45F1FEF}">
      <dsp:nvSpPr>
        <dsp:cNvPr id="0" name=""/>
        <dsp:cNvSpPr/>
      </dsp:nvSpPr>
      <dsp:spPr>
        <a:xfrm>
          <a:off x="1555251" y="1888139"/>
          <a:ext cx="5678476" cy="837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file that is open to modification by every user on the system. A “world-writable” file</a:t>
          </a:r>
        </a:p>
      </dsp:txBody>
      <dsp:txXfrm>
        <a:off x="1555251" y="1888139"/>
        <a:ext cx="5678476" cy="837171"/>
      </dsp:txXfrm>
    </dsp:sp>
    <dsp:sp modelId="{40EAB58A-5862-48B6-8BE9-F209743664F6}">
      <dsp:nvSpPr>
        <dsp:cNvPr id="0" name=""/>
        <dsp:cNvSpPr/>
      </dsp:nvSpPr>
      <dsp:spPr>
        <a:xfrm>
          <a:off x="1446745" y="2725311"/>
          <a:ext cx="578698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A7E38-76C6-4F9D-873F-BC473B145BF3}">
      <dsp:nvSpPr>
        <dsp:cNvPr id="0" name=""/>
        <dsp:cNvSpPr/>
      </dsp:nvSpPr>
      <dsp:spPr>
        <a:xfrm>
          <a:off x="0" y="2768070"/>
          <a:ext cx="7233728" cy="0"/>
        </a:xfrm>
        <a:prstGeom prst="line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E39AE-9CD8-4133-BB90-419CCA83DFB7}">
      <dsp:nvSpPr>
        <dsp:cNvPr id="0" name=""/>
        <dsp:cNvSpPr/>
      </dsp:nvSpPr>
      <dsp:spPr>
        <a:xfrm>
          <a:off x="0" y="2768070"/>
          <a:ext cx="1446745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drwxr-xr-x: </a:t>
          </a:r>
          <a:endParaRPr lang="en-US" sz="2400" kern="1200"/>
        </a:p>
      </dsp:txBody>
      <dsp:txXfrm>
        <a:off x="0" y="2768070"/>
        <a:ext cx="1446745" cy="921789"/>
      </dsp:txXfrm>
    </dsp:sp>
    <dsp:sp modelId="{1D2D989C-C126-4F97-9239-3CB4E8F739DA}">
      <dsp:nvSpPr>
        <dsp:cNvPr id="0" name=""/>
        <dsp:cNvSpPr/>
      </dsp:nvSpPr>
      <dsp:spPr>
        <a:xfrm>
          <a:off x="1555251" y="2809929"/>
          <a:ext cx="5678476" cy="837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directory that every user on the system can read and access</a:t>
          </a:r>
        </a:p>
      </dsp:txBody>
      <dsp:txXfrm>
        <a:off x="1555251" y="2809929"/>
        <a:ext cx="5678476" cy="837171"/>
      </dsp:txXfrm>
    </dsp:sp>
    <dsp:sp modelId="{E699C84E-A10D-4875-A661-718B430024E8}">
      <dsp:nvSpPr>
        <dsp:cNvPr id="0" name=""/>
        <dsp:cNvSpPr/>
      </dsp:nvSpPr>
      <dsp:spPr>
        <a:xfrm>
          <a:off x="1446745" y="3647100"/>
          <a:ext cx="578698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F4C74-7340-4696-9480-B5053E751600}">
      <dsp:nvSpPr>
        <dsp:cNvPr id="0" name=""/>
        <dsp:cNvSpPr/>
      </dsp:nvSpPr>
      <dsp:spPr>
        <a:xfrm>
          <a:off x="0" y="3689859"/>
          <a:ext cx="7233728" cy="0"/>
        </a:xfrm>
        <a:prstGeom prst="lin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13B75-55AC-432C-A8EF-AF0533FFD4F3}">
      <dsp:nvSpPr>
        <dsp:cNvPr id="0" name=""/>
        <dsp:cNvSpPr/>
      </dsp:nvSpPr>
      <dsp:spPr>
        <a:xfrm>
          <a:off x="0" y="3689859"/>
          <a:ext cx="1446745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drwxrwx---: </a:t>
          </a:r>
          <a:endParaRPr lang="en-US" sz="2400" kern="1200"/>
        </a:p>
      </dsp:txBody>
      <dsp:txXfrm>
        <a:off x="0" y="3689859"/>
        <a:ext cx="1446745" cy="921789"/>
      </dsp:txXfrm>
    </dsp:sp>
    <dsp:sp modelId="{6E8F1C94-7231-461A-8353-475F34879AF2}">
      <dsp:nvSpPr>
        <dsp:cNvPr id="0" name=""/>
        <dsp:cNvSpPr/>
      </dsp:nvSpPr>
      <dsp:spPr>
        <a:xfrm>
          <a:off x="1555251" y="3731718"/>
          <a:ext cx="5678476" cy="837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directory that is modifiable (including its contents) by its owner and group</a:t>
          </a:r>
        </a:p>
      </dsp:txBody>
      <dsp:txXfrm>
        <a:off x="1555251" y="3731718"/>
        <a:ext cx="5678476" cy="837171"/>
      </dsp:txXfrm>
    </dsp:sp>
    <dsp:sp modelId="{0B9E5AD4-FFAB-4B32-BF99-DE6959CE17F7}">
      <dsp:nvSpPr>
        <dsp:cNvPr id="0" name=""/>
        <dsp:cNvSpPr/>
      </dsp:nvSpPr>
      <dsp:spPr>
        <a:xfrm>
          <a:off x="1446745" y="4568889"/>
          <a:ext cx="578698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755BF-C01F-4E3B-B4F7-1C74ECBB7D12}">
      <dsp:nvSpPr>
        <dsp:cNvPr id="0" name=""/>
        <dsp:cNvSpPr/>
      </dsp:nvSpPr>
      <dsp:spPr>
        <a:xfrm>
          <a:off x="0" y="4611648"/>
          <a:ext cx="7233728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4C267-1E40-41C0-ACD7-A65B13F58A2B}">
      <dsp:nvSpPr>
        <dsp:cNvPr id="0" name=""/>
        <dsp:cNvSpPr/>
      </dsp:nvSpPr>
      <dsp:spPr>
        <a:xfrm>
          <a:off x="0" y="4611648"/>
          <a:ext cx="1446745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drwxr-x---: </a:t>
          </a:r>
          <a:endParaRPr lang="en-US" sz="2400" kern="1200"/>
        </a:p>
      </dsp:txBody>
      <dsp:txXfrm>
        <a:off x="0" y="4611648"/>
        <a:ext cx="1446745" cy="921789"/>
      </dsp:txXfrm>
    </dsp:sp>
    <dsp:sp modelId="{7D7B36BC-EE1A-46B3-8A89-2AE591E5E335}">
      <dsp:nvSpPr>
        <dsp:cNvPr id="0" name=""/>
        <dsp:cNvSpPr/>
      </dsp:nvSpPr>
      <dsp:spPr>
        <a:xfrm>
          <a:off x="1555251" y="4653507"/>
          <a:ext cx="5678476" cy="837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directory that is accessible by its group</a:t>
          </a:r>
        </a:p>
      </dsp:txBody>
      <dsp:txXfrm>
        <a:off x="1555251" y="4653507"/>
        <a:ext cx="5678476" cy="837171"/>
      </dsp:txXfrm>
    </dsp:sp>
    <dsp:sp modelId="{FB85B2AF-1D02-46B3-AF45-093B6923D28E}">
      <dsp:nvSpPr>
        <dsp:cNvPr id="0" name=""/>
        <dsp:cNvSpPr/>
      </dsp:nvSpPr>
      <dsp:spPr>
        <a:xfrm>
          <a:off x="1446745" y="5490679"/>
          <a:ext cx="578698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CBCB-8613-428F-81D5-5B6C7C5C5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D7224-0627-4090-9C9D-6BDA55E01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9D0BF-6D2F-48BA-91BC-2F1A2034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4C290-8040-418A-A4D8-E0598914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943B3-62DA-4BF7-BEF8-ED76F413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3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C1216-C906-4DA6-805D-EBF1CF99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8FB88-12C4-4DEC-8100-BEB1D48A5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C3D92-B7B7-4BFC-AAB4-11D79B81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A969-351E-4796-BA9F-1CBF7C71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18C2E-4CD7-4545-9F0E-5C9A667D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2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1EB5-83F0-430E-8625-B52EC570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D2A22-5B47-4FDA-979D-6CF97493C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8BE76-677E-4220-9C0D-41B0C438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D4108-8DE2-4A15-BB34-C5EC0E05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64A7F-3B28-4473-9071-B7C08E63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3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ACF1-62BB-4781-9A2B-A814AC5E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17E0-1BF3-4C08-ABED-2AD68E9F6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8A505-78D8-4FB6-AD56-FC62F4E07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0AD5F-2AF6-4B24-B42A-7576D4AA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2E178-94BD-4FA3-B52A-19CE95AB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25166-6B8C-44D3-BFD0-D517BC08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D8F4-5D71-4340-8E88-2371B6641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EA354-5340-422B-A34F-5290196A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DF0E1-0164-4090-9E83-10CA4FDCA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FE4C1-5A76-46AC-B000-847D509D7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91E6FE-FC90-497E-92B5-D9D47F69B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8774E-7D7A-4409-B025-112336EE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383D3-8FEA-4C70-9EE5-0A034583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CB4168-8A77-4BEA-B9C2-4C01E436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20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1839-C35C-4CD2-BC68-8042513A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AA176-F352-4074-999F-146D8772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9D5A7-9C64-47A1-8CCB-31AEA627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FC9D6-93E4-4638-8CC1-B6914E0C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6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41F5A-56D3-48F0-81DE-E475AE20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FEAF74-3F5F-4B11-AA45-4E8D8F65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619F3-025E-4A85-B0A3-5BF58766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13909-196C-4AB3-AEA0-3DCB1752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FD8BB-6463-4608-BE10-E46136756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5C630-DF6B-4107-B0DE-0A9473D5A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ED7BC-7339-438A-B490-4E0B52FE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6FF15-42E1-4F26-8E05-66FB7AB9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5394A-44D7-4CDF-96C7-DD4C818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1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021E-4FB2-45E6-9F85-ED27F0979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C1BA86-2B7D-48FF-9298-028FBF7A7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40D15-B1C3-4AFE-B47D-F68ECA11F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C44AA-A06C-4609-A4ED-B8BB3BF6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E3E41-2517-4900-85A2-FEFFB68C1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D2131-C8F5-4E0F-9727-537305CD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C5F1-3552-4621-929F-BDCCAD46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D82DD-F631-46BF-A62B-A093054B7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578A0-C8A9-49F0-88ED-C70E47F0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E6D37-947A-4B70-8EF0-C5616A94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428CA-71D8-43F8-81E5-E8CB0C93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0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9972D8-7A77-4F93-9973-347348788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86CDB-DBFA-4673-A95C-EA3BCFC5D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EE38D-D4B6-4EBD-BDF0-9C80C27A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EEE05-74DE-4EAD-B45F-D9E7B7DF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15BAF-5A41-432E-8629-216DD3D1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3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45B23-90A4-471C-B7FE-0373D3F6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15262-9F2A-4198-8A2A-B5D807347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F530D-4CA0-4DD1-8AB7-97B90A480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34FF3-338F-467B-BBFD-7EA2B7F517B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164C1-160E-402C-A795-CE6429C31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61864-5919-4701-BE6F-E82C4AAEA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4B495-19AE-4F75-8A72-227E831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7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E640C-134B-41A8-9662-818ECB40A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/>
              <a:t>File Permissions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4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9D092-4D58-4724-A546-5A018ABE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Understanding ls </a:t>
            </a:r>
            <a:br>
              <a:rPr lang="en-US" sz="5400"/>
            </a:br>
            <a:r>
              <a:rPr lang="en-US" sz="5400"/>
              <a:t>long listing (ls –l)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0BD8D-7413-45E8-8CDA-C47DADBEE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b="1" dirty="0"/>
              <a:t>-</a:t>
            </a:r>
            <a:r>
              <a:rPr lang="en-US" sz="2200" b="1" dirty="0" err="1"/>
              <a:t>rw</a:t>
            </a:r>
            <a:r>
              <a:rPr lang="en-US" sz="2200" b="1" dirty="0"/>
              <a:t>-r--r-</a:t>
            </a:r>
            <a:r>
              <a:rPr lang="en-US" sz="2200" dirty="0"/>
              <a:t> permissions</a:t>
            </a:r>
          </a:p>
          <a:p>
            <a:r>
              <a:rPr lang="en-US" sz="2200" b="1" dirty="0"/>
              <a:t>1</a:t>
            </a:r>
            <a:r>
              <a:rPr lang="en-US" sz="2200" dirty="0"/>
              <a:t> : number of linked hard-links</a:t>
            </a:r>
          </a:p>
          <a:p>
            <a:r>
              <a:rPr lang="en-US" sz="2200" b="1" dirty="0" err="1"/>
              <a:t>sammy</a:t>
            </a:r>
            <a:r>
              <a:rPr lang="en-US" sz="2200" dirty="0"/>
              <a:t>: owner of the file</a:t>
            </a:r>
          </a:p>
          <a:p>
            <a:r>
              <a:rPr lang="en-US" sz="2200" b="1" dirty="0"/>
              <a:t>wheel</a:t>
            </a:r>
            <a:r>
              <a:rPr lang="en-US" sz="2200" dirty="0"/>
              <a:t>: which group this file belongs to</a:t>
            </a:r>
          </a:p>
          <a:p>
            <a:r>
              <a:rPr lang="en-US" sz="2200" b="1" dirty="0"/>
              <a:t>0</a:t>
            </a:r>
            <a:r>
              <a:rPr lang="en-US" sz="2200" dirty="0"/>
              <a:t>: size</a:t>
            </a:r>
          </a:p>
          <a:p>
            <a:r>
              <a:rPr lang="en-US" sz="2200" b="1" dirty="0"/>
              <a:t>May 11 10:53 :</a:t>
            </a:r>
            <a:r>
              <a:rPr lang="en-US" sz="2200" dirty="0"/>
              <a:t> modification/creation date and time</a:t>
            </a:r>
          </a:p>
          <a:p>
            <a:r>
              <a:rPr lang="en-US" sz="2200" b="1" dirty="0"/>
              <a:t>test1</a:t>
            </a:r>
            <a:r>
              <a:rPr lang="en-US" sz="2200" dirty="0"/>
              <a:t>: file/directory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A4351-2702-40D2-BE86-CBEC0CC05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364" y="1186129"/>
            <a:ext cx="4908692" cy="20984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52CB71-7E99-4014-AF16-B96139D42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690" y="4054415"/>
            <a:ext cx="4842078" cy="189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85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B1045-C21D-492E-AB26-C405964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File Permissions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7B46-B2D7-48AD-9979-A49A392AF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b="1" dirty="0"/>
              <a:t>Read (r)</a:t>
            </a:r>
            <a:r>
              <a:rPr lang="en-US" sz="2200" dirty="0"/>
              <a:t>: The read permission allows the user to open the file and read its contents.</a:t>
            </a:r>
          </a:p>
          <a:p>
            <a:r>
              <a:rPr lang="en-US" sz="2200" b="1" dirty="0"/>
              <a:t>Write (w)</a:t>
            </a:r>
            <a:r>
              <a:rPr lang="en-US" sz="2200" dirty="0"/>
              <a:t>: The write permission allows the user to modify or change the contents of the file.</a:t>
            </a:r>
          </a:p>
          <a:p>
            <a:r>
              <a:rPr lang="en-US" sz="2200" b="1" dirty="0"/>
              <a:t>Execute (x)</a:t>
            </a:r>
            <a:r>
              <a:rPr lang="en-US" sz="2200" dirty="0"/>
              <a:t>: File execute permission</a:t>
            </a:r>
          </a:p>
          <a:p>
            <a:r>
              <a:rPr lang="en-US" sz="2200" b="1" dirty="0" err="1"/>
              <a:t>l,d,c</a:t>
            </a:r>
            <a:r>
              <a:rPr lang="en-US" sz="2200" dirty="0"/>
              <a:t> in the first field stands for link, directory and character file respectively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F65A7F-D1AC-4397-94AC-C35DC98B9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93542"/>
            <a:ext cx="4014216" cy="210125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90FCCF-EF8A-4A8B-89F7-0B1984D6D6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863840" y="4696684"/>
            <a:ext cx="3995928" cy="94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6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B1045-C21D-492E-AB26-C405964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 Permissions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47122AE-37DC-4790-8A5A-451DDEC7601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59024736"/>
              </p:ext>
            </p:extLst>
          </p:nvPr>
        </p:nvGraphicFramePr>
        <p:xfrm>
          <a:off x="4668653" y="766763"/>
          <a:ext cx="7233728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666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33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B1045-C21D-492E-AB26-C405964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File Permissions</a:t>
            </a:r>
          </a:p>
        </p:txBody>
      </p:sp>
      <p:sp>
        <p:nvSpPr>
          <p:cNvPr id="57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432EC3-37D3-41FC-B6CE-43F86C7E8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1263" y="457200"/>
            <a:ext cx="600760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200"/>
              <a:t>File permission are represented in terms of octal value</a:t>
            </a:r>
          </a:p>
          <a:p>
            <a:pPr marL="0"/>
            <a:endParaRPr lang="en-US" sz="2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0299CF-903D-4326-8981-45A704242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5" y="2334364"/>
            <a:ext cx="5224288" cy="4388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6A2717-37A7-4C3A-99CD-88A44EC0F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898" y="3345683"/>
            <a:ext cx="6007608" cy="249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3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B1045-C21D-492E-AB26-C405964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Additional Permissions</a:t>
            </a:r>
            <a:b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+t mode (sticky bit)</a:t>
            </a:r>
            <a:b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+s mode (setuid bit)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7B46-B2D7-48AD-9979-A49A392AF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000" b="1"/>
              <a:t>Sticky bit or +t mode:</a:t>
            </a:r>
          </a:p>
          <a:p>
            <a:pPr marL="0"/>
            <a:r>
              <a:rPr lang="en-US" sz="2000"/>
              <a:t>When set only the owner (or root) can delete or rename files within that </a:t>
            </a:r>
            <a:r>
              <a:rPr lang="en-US" sz="2000" b="1"/>
              <a:t>directory</a:t>
            </a:r>
            <a:r>
              <a:rPr lang="en-US" sz="2000"/>
              <a:t>, regardless of which users have write access to the directory by way of group membership or ownership. (not applicable for file)</a:t>
            </a:r>
          </a:p>
          <a:p>
            <a:pPr marL="0"/>
            <a:r>
              <a:rPr lang="en-US" sz="2000"/>
              <a:t>Example:</a:t>
            </a:r>
          </a:p>
          <a:p>
            <a:pPr marL="457200" lvl="1"/>
            <a:r>
              <a:rPr lang="en-US" sz="2000"/>
              <a:t>chmod +t /home/sam/testdir/</a:t>
            </a:r>
          </a:p>
          <a:p>
            <a:pPr marL="0"/>
            <a:endParaRPr lang="en-US" sz="2000"/>
          </a:p>
          <a:p>
            <a:pPr marL="0"/>
            <a:r>
              <a:rPr lang="en-US" sz="2000" b="1"/>
              <a:t>Setuid bit or +s mode: </a:t>
            </a:r>
          </a:p>
          <a:p>
            <a:pPr marL="0"/>
            <a:r>
              <a:rPr lang="en-US" sz="2000"/>
              <a:t>When set on files allows users with permissions to execute a given file the ability to run that file with the permissions of file owner</a:t>
            </a:r>
          </a:p>
          <a:p>
            <a:pPr marL="0"/>
            <a:r>
              <a:rPr lang="en-US" sz="2000"/>
              <a:t>Example:</a:t>
            </a:r>
          </a:p>
          <a:p>
            <a:pPr marL="457200" lvl="1"/>
            <a:r>
              <a:rPr lang="en-US" sz="2000"/>
              <a:t>chmod g+s /home/sam/testdir1</a:t>
            </a:r>
          </a:p>
          <a:p>
            <a:pPr marL="457200" lvl="1"/>
            <a:r>
              <a:rPr lang="en-US" sz="2000"/>
              <a:t>Chmod u+s /home/sam/testdir2</a:t>
            </a:r>
          </a:p>
        </p:txBody>
      </p:sp>
    </p:spTree>
    <p:extLst>
      <p:ext uri="{BB962C8B-B14F-4D97-AF65-F5344CB8AC3E}">
        <p14:creationId xmlns:p14="http://schemas.microsoft.com/office/powerpoint/2010/main" val="375005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B1045-C21D-492E-AB26-C405964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Changing file Ownership</a:t>
            </a:r>
            <a:r>
              <a:rPr lang="en-US" dirty="0"/>
              <a:t> -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chown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7B46-B2D7-48AD-9979-A49A392AF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200" dirty="0"/>
              <a:t>By default, all files are “owned” by the user who creates them and by that user’s default group</a:t>
            </a:r>
          </a:p>
          <a:p>
            <a:pPr marL="0"/>
            <a:r>
              <a:rPr lang="en-US" sz="2200" dirty="0"/>
              <a:t>To change the ownership use </a:t>
            </a:r>
            <a:r>
              <a:rPr lang="en-US" sz="2200" dirty="0" err="1"/>
              <a:t>chown</a:t>
            </a:r>
            <a:r>
              <a:rPr lang="en-US" sz="2200" dirty="0"/>
              <a:t> command</a:t>
            </a:r>
          </a:p>
          <a:p>
            <a:pPr marL="0"/>
            <a:r>
              <a:rPr lang="en-US" sz="2200" dirty="0"/>
              <a:t>Example:</a:t>
            </a:r>
          </a:p>
          <a:p>
            <a:pPr marL="457200" lvl="1"/>
            <a:r>
              <a:rPr lang="en-US" sz="2200" dirty="0" err="1"/>
              <a:t>chown</a:t>
            </a:r>
            <a:r>
              <a:rPr lang="en-US" sz="2200" dirty="0"/>
              <a:t> user1:group1 /</a:t>
            </a:r>
            <a:r>
              <a:rPr lang="en-US" sz="2200" dirty="0" err="1"/>
              <a:t>testdir</a:t>
            </a:r>
            <a:r>
              <a:rPr lang="en-US" sz="2200" dirty="0"/>
              <a:t>/testfile1</a:t>
            </a:r>
          </a:p>
          <a:p>
            <a:pPr marL="457200" lvl="1"/>
            <a:r>
              <a:rPr lang="en-US" sz="2200" dirty="0" err="1"/>
              <a:t>chown</a:t>
            </a:r>
            <a:r>
              <a:rPr lang="en-US" sz="2200" dirty="0"/>
              <a:t> –R user1:group1 /</a:t>
            </a:r>
            <a:r>
              <a:rPr lang="en-US" sz="2200" dirty="0" err="1"/>
              <a:t>testdir</a:t>
            </a:r>
            <a:r>
              <a:rPr lang="en-US" sz="2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357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418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File Permissions</vt:lpstr>
      <vt:lpstr>Understanding ls  long listing (ls –l)</vt:lpstr>
      <vt:lpstr>File Permissions</vt:lpstr>
      <vt:lpstr>File Permissions</vt:lpstr>
      <vt:lpstr>File Permissions</vt:lpstr>
      <vt:lpstr>Additional Permissions  +t mode (sticky bit)   +s mode (setuid bit)</vt:lpstr>
      <vt:lpstr>Changing file Ownership - chown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Permissions</dc:title>
  <dc:creator>PS, Prajith</dc:creator>
  <cp:lastModifiedBy>Prajith</cp:lastModifiedBy>
  <cp:revision>2</cp:revision>
  <dcterms:created xsi:type="dcterms:W3CDTF">2021-05-14T16:25:15Z</dcterms:created>
  <dcterms:modified xsi:type="dcterms:W3CDTF">2021-05-21T04:11:22Z</dcterms:modified>
</cp:coreProperties>
</file>