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Fraunces Extra Bold"/>
      <p:regular r:id="rId22"/>
    </p:embeddedFont>
    <p:embeddedFont>
      <p:font typeface="Fraunces Extra Bold"/>
      <p:regular r:id="rId23"/>
    </p:embeddedFont>
    <p:embeddedFont>
      <p:font typeface="Nobile"/>
      <p:regular r:id="rId24"/>
    </p:embeddedFont>
    <p:embeddedFont>
      <p:font typeface="Nobile"/>
      <p:regular r:id="rId25"/>
    </p:embeddedFont>
    <p:embeddedFont>
      <p:font typeface="Nobile"/>
      <p:regular r:id="rId26"/>
    </p:embeddedFont>
    <p:embeddedFont>
      <p:font typeface="Nobile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Spring Boot OpenTelemetry Setup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 how to integrate Spring Boot applications with OpenTelemetry for distributed tracing and observability. This comprehensive guide covers everything from basic setup to monitoring traces in production environments.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7905"/>
            <a:ext cx="62126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OpenTelemetry?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04818"/>
            <a:ext cx="4215289" cy="1778556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Standardized Tools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932396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Collection of vendor-agnostic APIs and SDKs for telemetry data capture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304818"/>
            <a:ext cx="4215408" cy="1778556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5405795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CNCF Project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3932396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Merger of OpenTracing and OpenCensus projects under Cloud Native Computing Foundation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304818"/>
            <a:ext cx="4215289" cy="1778556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9819561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Three Pillars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3932396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Captures logs, metrics, and traces for comprehensive application observability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30661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OpenTelemetry uses traces and spans to represent request flow across microservices, providing deep insights into application behavior and performance.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508"/>
            <a:ext cx="64178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Spring Boot 3 Integration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21600"/>
            <a:ext cx="25356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Micrometer Tracing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83011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Spring Boot 3 supports OpenTelemetry through Micrometer Tracing - a consistent, pluggable, vendor-neutral API that replaces the deprecated Spring Cloud Sleuth framework.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6132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integration provides automatic instrumentation for HTTP calls, database operations, and more without requiring extensive code changes.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874" y="2346484"/>
            <a:ext cx="6279356" cy="4454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7518"/>
            <a:ext cx="59588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Required Dependencies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644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integrate OpenTelemetry with Spring Boot 3, you'll need these essential Maven dependencies: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605213"/>
            <a:ext cx="6422231" cy="1189196"/>
          </a:xfrm>
          <a:prstGeom prst="roundRect">
            <a:avLst>
              <a:gd name="adj" fmla="val 150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3826431"/>
            <a:ext cx="30666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Spring Boot Starter Web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425565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3.4.4 - Core web functionality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605213"/>
            <a:ext cx="6422231" cy="1189196"/>
          </a:xfrm>
          <a:prstGeom prst="roundRect">
            <a:avLst>
              <a:gd name="adj" fmla="val 150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597" y="3826431"/>
            <a:ext cx="25356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Micrometer Tracing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35597" y="425565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1.4.4 - Tracing abstraction layer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92767"/>
            <a:ext cx="6422231" cy="1189196"/>
          </a:xfrm>
          <a:prstGeom prst="roundRect">
            <a:avLst>
              <a:gd name="adj" fmla="val 150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5008" y="5213985"/>
            <a:ext cx="28516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OpenTelemetry Bridge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5008" y="564320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1.4.4 - Connects Micrometer to OpenTelemetry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4992767"/>
            <a:ext cx="6422231" cy="1189196"/>
          </a:xfrm>
          <a:prstGeom prst="roundRect">
            <a:avLst>
              <a:gd name="adj" fmla="val 1502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597" y="5213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OTLP Exporter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35597" y="564320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1.39.0 - Exports traces to collectors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7212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76000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793790" y="5275897"/>
            <a:ext cx="55289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Example Architecture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61936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We'll build two microservices to demonstrate OpenTelemetry integration: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67344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Product Service calls the Price Service, creating a distributed trace that flows through both applications and gets collected by Jaeger for monitoring and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873"/>
            <a:ext cx="78964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Downstream Service: Price API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93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Price Controller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702481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downstream application provides a REST endpoint to return price data for products. It includes proper logging and error handling for missing products.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8336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GET /price/{id} endpoint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2206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Price repository integration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60760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Exception handling for missing products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99455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Structured logging with trace context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874" y="2218849"/>
            <a:ext cx="6279356" cy="4709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2293"/>
            <a:ext cx="78412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Upstream Service: Product API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8353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628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Receive Request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controller receives GET request for product details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316920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48353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36284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Fetch Product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4057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Repository retrieves product information from internal storage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03670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Call Price Service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RestTemplate makes HTTP call to downstream price service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036701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Combine &amp; Return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56108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Merge product and price data, return complete product details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3744"/>
            <a:ext cx="53843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Spring Configuration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006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Configure OpenTelemetry tracing in your application.yml file: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941439"/>
            <a:ext cx="13042821" cy="2520434"/>
          </a:xfrm>
          <a:prstGeom prst="roundRect">
            <a:avLst>
              <a:gd name="adj" fmla="val 7087"/>
            </a:avLst>
          </a:prstGeom>
          <a:solidFill>
            <a:srgbClr val="EDF2ED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941439"/>
            <a:ext cx="13062585" cy="2520434"/>
          </a:xfrm>
          <a:prstGeom prst="roundRect">
            <a:avLst>
              <a:gd name="adj" fmla="val 1181"/>
            </a:avLst>
          </a:prstGeom>
          <a:solidFill>
            <a:srgbClr val="EDF2ED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090267"/>
            <a:ext cx="12665869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management:  tracing:    sampling:      probability: '1.0'  otlp:    tracing:      endpoint: http://collector:4318/v1/traces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5685115"/>
            <a:ext cx="13042821" cy="1160740"/>
          </a:xfrm>
          <a:prstGeom prst="roundRect">
            <a:avLst>
              <a:gd name="adj" fmla="val 15389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972770"/>
            <a:ext cx="248007" cy="1983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8513" y="593300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sampling probability of 1.0 means all spans will be exported. In production, consider lower values like 0.1 (10%) to reduce overhead.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4075"/>
            <a:ext cx="55212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Docker Configuration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40167"/>
            <a:ext cx="286309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Application Dockerfile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773567"/>
            <a:ext cx="6279356" cy="1567815"/>
          </a:xfrm>
          <a:prstGeom prst="roundRect">
            <a:avLst>
              <a:gd name="adj" fmla="val 11393"/>
            </a:avLst>
          </a:prstGeom>
          <a:solidFill>
            <a:srgbClr val="EDF2ED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3773567"/>
            <a:ext cx="6299121" cy="1567815"/>
          </a:xfrm>
          <a:prstGeom prst="roundRect">
            <a:avLst>
              <a:gd name="adj" fmla="val 1899"/>
            </a:avLst>
          </a:prstGeom>
          <a:solidFill>
            <a:srgbClr val="EDF2ED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3922395"/>
            <a:ext cx="590240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openjdk:17-alpineCOPY target/app.jar app.jarEXPOSE 8080ENTRYPOINT ["java","-jar","/app.jar"]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240167"/>
            <a:ext cx="32304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Docker Compose Services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7486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 Service (port 8080)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13563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Price Service (port 8081)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52258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Jaeger Collector (ports 4318, 16686)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7878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Jaeger v2 all-in-one image includes built-in OpenTelemetry support, eliminating the need for separate collector services.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0870"/>
            <a:ext cx="61804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Running the Application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17783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4209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Build Images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639151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 builds application containers from Dockerfiles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217783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4209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Start Services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4639151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Docker Compose launches all services simultaneously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217783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4209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Verify Status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4639151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Check container health and port mappings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695831"/>
            <a:ext cx="1304282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start all services, then verify with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container ls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ensure proper startup.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91878"/>
            <a:ext cx="693372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Successful Request Tracing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60961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calling the Product endpoint successfully, OpenTelemetry automatically: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150394"/>
            <a:ext cx="496133" cy="4961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24330" y="3268147"/>
            <a:ext cx="25592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Trace ID Generation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024330" y="3697367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Creates unique trace identifier that flows through all services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411742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24330" y="45294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Span Creation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024330" y="4958715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Records timing and metadata for each operation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673090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4330" y="5790843"/>
            <a:ext cx="26231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Context Propagation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024330" y="6220063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Passes trace context via HTTP headers between services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7669"/>
            <a:ext cx="6253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Error Tracing &amp;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22540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When requests fail, OpenTelemetry captures detailed error information: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9645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Error Propagation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280190" y="4473059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Exceptions are captured and marked in spans, making it easy to identify where failures occur in the request chain.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08074" y="3964543"/>
            <a:ext cx="25459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Root Cause Analysis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308074" y="4473059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Jaeger UI shows the exact service and operation where errors originated, accelerating debugging.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8609"/>
            <a:ext cx="53560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Jaeger UI Monitoring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25522"/>
            <a:ext cx="4215289" cy="2254687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342388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59" y="3554016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42175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Traces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646771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request flows as they happen across your microservices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3225522"/>
            <a:ext cx="4215408" cy="2254687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5405795" y="342388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06" y="3554016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42175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Trace Search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4646771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Query historical traces by service, operation, or custom tags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3225522"/>
            <a:ext cx="4215289" cy="2254687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9819561" y="342388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272" y="3554016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4217551"/>
            <a:ext cx="2797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 Analysis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4646771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Analyze latency patterns and identify bottlenecks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57034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the Jaeger UI at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http://localhost:16686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visualize traces and analyze application performance.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5436"/>
            <a:ext cx="68210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Production Considerations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552349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552349"/>
            <a:ext cx="91440" cy="2141815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773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Sampling Strategy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4202787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probability-based sampling (e.g., 0.1 for 10%) to balance observability with performance overhead in high-traffic environments.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552349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3552349"/>
            <a:ext cx="91440" cy="2141815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3773567"/>
            <a:ext cx="27677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Separate Components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4202787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OpenTelemetry collector, storage, and UI services separately for better scalability and separation of concerns.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552349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3552349"/>
            <a:ext cx="91440" cy="2141815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3773567"/>
            <a:ext cx="28544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Security &amp; Compliance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4202787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proper authentication, data retention policies, and ensure sensitive data is not captured in traces.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830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76036"/>
            <a:ext cx="9291518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Observability Made Simple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72951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OpenTelemetry with Spring Boot 3 provides standardized, vendor-neutral observability for microservices. The Micrometer integration offers automatic instrumentation with minimal configuration.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58783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438632" y="4656058"/>
            <a:ext cx="34760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Zero-Code Instrumentation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38632" y="5085278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 trace generation for HTTP calls, database operations, and more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23986" y="458783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5868829" y="4656058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Distributed Request Tracking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8829" y="5395436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Follow requests across multiple services with unified trace IDs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4587835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10299144" y="4656058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Production-Ready Monitoring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299144" y="5395436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error detection and performance analysis capabilities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2537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 implementing OpenTelemetry today to gain deep insights into your distributed systems and improve application reliability.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2025-09-18T04:45:37Z</dcterms:created>
  <dcterms:modified xsi:type="dcterms:W3CDTF">2025-09-18T04:45:37Z</dcterms:modified>
</cp:coreProperties>
</file>