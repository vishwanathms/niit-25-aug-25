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lOtdh9W2WkJ8Cpyos+MEsl93k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User Management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Users:</a:t>
            </a:r>
            <a:endParaRPr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Super User / root user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System User / In built user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 created users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The Superuser</a:t>
            </a:r>
            <a:endParaRPr/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By default, one account has elevated privileges to issue any command, access any file, and perform every function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Superuser, a.k.a. root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Technically, can change to anything – but don’t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User and group number 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Must limit use of root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Inexperienced users can cause serious harm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 of root for non-privileged tasks unnecessary and can be open to attack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Security and privacy violations – root can look at anyone’s files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Limit/restrict the root ssh or remote login to system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Ensure a strong password</a:t>
            </a:r>
            <a:endParaRPr/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Superuser Privileges</a:t>
            </a:r>
            <a:endParaRPr/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What usually works best is short periods of superuser privilege, only when necessary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Obtain privileges, complete task, relinquish privileges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Most common ways are su and sudo</a:t>
            </a:r>
            <a:endParaRPr sz="36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lang="en-US" sz="3600"/>
              <a:t>Can also use the setuid/setgid method (Ch. 4), but not recommended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</a:t>
            </a:r>
            <a:endParaRPr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Short for </a:t>
            </a:r>
            <a:r>
              <a:rPr i="1" lang="en-US" sz="3200"/>
              <a:t>substitute </a:t>
            </a:r>
            <a:r>
              <a:rPr lang="en-US" sz="3200"/>
              <a:t>or </a:t>
            </a:r>
            <a:r>
              <a:rPr i="1" lang="en-US" sz="3200"/>
              <a:t>switch user</a:t>
            </a:r>
            <a:endParaRPr sz="3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Syntax: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su [options] [username]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If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r>
              <a:rPr lang="en-US" sz="2800"/>
              <a:t> is omitted, </a:t>
            </a:r>
            <a:r>
              <a:rPr lang="en-US" sz="2800">
                <a:latin typeface="Courier New"/>
                <a:ea typeface="Courier New"/>
                <a:cs typeface="Courier New"/>
                <a:sym typeface="Courier New"/>
              </a:rPr>
              <a:t>root</a:t>
            </a:r>
            <a:r>
              <a:rPr lang="en-US" sz="2800"/>
              <a:t> is assumed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After issuing command, prompted for that user’s password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 new shell opened with the privileges of that user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Once done issuing commands, must type exit</a:t>
            </a:r>
            <a:endParaRPr sz="3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sudo</a:t>
            </a:r>
            <a:endParaRPr/>
          </a:p>
        </p:txBody>
      </p:sp>
      <p:sp>
        <p:nvSpPr>
          <p:cNvPr id="114" name="Google Shape;11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Allows you to issue a single command as another user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Syntax: </a:t>
            </a:r>
            <a:br>
              <a:rPr lang="en-US" sz="3200"/>
            </a:b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sudo [options] [-u user] command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Again, if no user specified, root assumed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New shell opened with user’s privileges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Specified command executed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Shell exited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sudoers</a:t>
            </a:r>
            <a:endParaRPr/>
          </a:p>
        </p:txBody>
      </p:sp>
      <p:sp>
        <p:nvSpPr>
          <p:cNvPr id="120" name="Google Shape;120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Must configure a user to run commands as another user when using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sudo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Permissions stored in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/etc/sudoers</a:t>
            </a:r>
            <a:endParaRPr sz="32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Use utility </a:t>
            </a:r>
            <a:r>
              <a:rPr lang="en-US" sz="3200">
                <a:latin typeface="Courier New"/>
                <a:ea typeface="Courier New"/>
                <a:cs typeface="Courier New"/>
                <a:sym typeface="Courier New"/>
              </a:rPr>
              <a:t>visudo</a:t>
            </a:r>
            <a:r>
              <a:rPr lang="en-US" sz="3200"/>
              <a:t> to edit this file (run as root)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/>
              <a:t>Permissions granted to users or groups, to certain commands or all, and with or without password being required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User Administration</a:t>
            </a:r>
            <a:endParaRPr/>
          </a:p>
        </p:txBody>
      </p:sp>
      <p:sp>
        <p:nvSpPr>
          <p:cNvPr id="126" name="Google Shape;126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User configuration stored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/etc/passwd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File got it’s name because it originally contained passwords as well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Security problem – too many processes need to read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shadow file used now instead (more in a sec)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Each line contains info for one user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Adding User:</a:t>
            </a:r>
            <a:endParaRPr/>
          </a:p>
        </p:txBody>
      </p:sp>
      <p:sp>
        <p:nvSpPr>
          <p:cNvPr id="132" name="Google Shape;132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br>
              <a:rPr lang="en-US"/>
            </a:b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useradd [options] [-g </a:t>
            </a:r>
            <a:r>
              <a:rPr i="1" lang="en-US" sz="2000">
                <a:latin typeface="Courier New"/>
                <a:ea typeface="Courier New"/>
                <a:cs typeface="Courier New"/>
                <a:sym typeface="Courier New"/>
              </a:rPr>
              <a:t>group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] [-d </a:t>
            </a:r>
            <a:r>
              <a:rPr i="1" lang="en-US" sz="2000">
                <a:latin typeface="Courier New"/>
                <a:ea typeface="Courier New"/>
                <a:cs typeface="Courier New"/>
                <a:sym typeface="Courier New"/>
              </a:rPr>
              <a:t>home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] [-s </a:t>
            </a:r>
            <a:r>
              <a:rPr i="1" lang="en-US" sz="2000">
                <a:latin typeface="Courier New"/>
                <a:ea typeface="Courier New"/>
                <a:cs typeface="Courier New"/>
                <a:sym typeface="Courier New"/>
              </a:rPr>
              <a:t>shell</a:t>
            </a:r>
            <a:r>
              <a:rPr lang="en-US" sz="2000">
                <a:latin typeface="Courier New"/>
                <a:ea typeface="Courier New"/>
                <a:cs typeface="Courier New"/>
                <a:sym typeface="Courier New"/>
              </a:rPr>
              <a:t>] </a:t>
            </a:r>
            <a:r>
              <a:rPr i="1" lang="en-US" sz="2000"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endParaRPr i="1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-g to define user’s initial 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-d to define user’s home directory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-s to define user’s default shell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Other options for expiration, using defaults, etc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Deleting User:</a:t>
            </a:r>
            <a:endParaRPr/>
          </a:p>
        </p:txBody>
      </p:sp>
      <p:sp>
        <p:nvSpPr>
          <p:cNvPr id="138" name="Google Shape;138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userdel [-r]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-r to delete home directory and it’s contents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Modifying User:</a:t>
            </a:r>
            <a:endParaRPr/>
          </a:p>
        </p:txBody>
      </p:sp>
      <p:sp>
        <p:nvSpPr>
          <p:cNvPr id="144" name="Google Shape;144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Syntax: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usermod [options] </a:t>
            </a:r>
            <a:r>
              <a:rPr i="1" lang="en-US">
                <a:latin typeface="Courier New"/>
                <a:ea typeface="Courier New"/>
                <a:cs typeface="Courier New"/>
                <a:sym typeface="Courier New"/>
              </a:rPr>
              <a:t>username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Options are pretty much identical to those of useradd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Also, -l to change the user’s login 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And –G to list additional groups to add user to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Group management:</a:t>
            </a:r>
            <a:endParaRPr/>
          </a:p>
        </p:txBody>
      </p:sp>
      <p:sp>
        <p:nvSpPr>
          <p:cNvPr id="150" name="Google Shape;150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Group info housed in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/etc/group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Similar to user management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Common commands: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groupadd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groupdel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groupmod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 sz="5300"/>
              <a:t>Passwd</a:t>
            </a:r>
            <a:br>
              <a:rPr lang="en-US" sz="5300"/>
            </a:br>
            <a:br>
              <a:rPr lang="en-US" sz="1300"/>
            </a:br>
            <a:r>
              <a:rPr b="1" lang="en-US" sz="1800">
                <a:latin typeface="Courier New"/>
                <a:ea typeface="Courier New"/>
                <a:cs typeface="Courier New"/>
                <a:sym typeface="Courier New"/>
              </a:rPr>
              <a:t>jsmith:x:1001:1001:Joe Smith,(234)555-8910,email:joe@test.com:/home/jsmith:/bin/bash</a:t>
            </a:r>
            <a:endParaRPr/>
          </a:p>
        </p:txBody>
      </p:sp>
      <p:sp>
        <p:nvSpPr>
          <p:cNvPr id="156" name="Google Shape;156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First field is username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Second was password – now a dummy char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Third is userid (uid)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Fourth is groupid (gid)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Fifth is GECOS field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Full name, contact info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Gen. Elec. Comprehensive OS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Sixth is user’s home directory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Seventh is user’s default shell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</a:pPr>
            <a:r>
              <a:rPr lang="en-US" sz="5300"/>
              <a:t>Passwd</a:t>
            </a:r>
            <a:endParaRPr/>
          </a:p>
        </p:txBody>
      </p:sp>
      <p:sp>
        <p:nvSpPr>
          <p:cNvPr id="162" name="Google Shape;162;p14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Originally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r>
              <a:rPr lang="en-US"/>
              <a:t> contained a user’s password information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How it works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User picks a password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random number is generated (called the salt)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salt and the password is passed into a hash function (a one-way cryptographic algorithm)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salt and result are stored in ASCII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Problem – user-level programs need to read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Get user name, location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Home directory, shell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r>
              <a:rPr lang="en-US"/>
              <a:t> was world readable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anyone on system could see a user’s salted hash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It’s encrypted – what’s the big deal???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</a:pPr>
            <a:r>
              <a:rPr lang="en-US" sz="5300"/>
              <a:t>Shadow</a:t>
            </a:r>
            <a:br>
              <a:rPr lang="en-US" sz="5300"/>
            </a:b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jsmith:$1$CzzxUSse$bKJL9wAns39vlxQlBZ8wd/:13744:0:99999:7:::</a:t>
            </a:r>
            <a:endParaRPr b="1"/>
          </a:p>
        </p:txBody>
      </p:sp>
      <p:sp>
        <p:nvSpPr>
          <p:cNvPr id="168" name="Google Shape;168;p15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Wasn’t acceptable to have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r>
              <a:rPr lang="en-US"/>
              <a:t> world readable if it contained hashes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So salted hashes moved to a new file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/etc/shadow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Format similar to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passwd</a:t>
            </a:r>
            <a:r>
              <a:rPr lang="en-US"/>
              <a:t>, one user per line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Readable only by root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First field is username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Second is the salted hash or account status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NP</a:t>
            </a:r>
            <a:r>
              <a:rPr lang="en-US"/>
              <a:t>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!</a:t>
            </a:r>
            <a:r>
              <a:rPr lang="en-US"/>
              <a:t> or null for blank password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LK or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*</a:t>
            </a:r>
            <a:r>
              <a:rPr lang="en-US"/>
              <a:t> for locked/disabled account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!! for account with expired password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Third is days since last password change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Measured from epoch (midnight UTC 1/1/1970)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Calibri"/>
              <a:buNone/>
            </a:pPr>
            <a:r>
              <a:rPr lang="en-US" sz="5300"/>
              <a:t>Shadow</a:t>
            </a:r>
            <a:br>
              <a:rPr lang="en-US" sz="5300"/>
            </a:b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jsmith:$1$CzzxUSse$bKJL9wAns39vlxQlBZ8wd/:13744:0:99999:7:::</a:t>
            </a:r>
            <a:endParaRPr b="1"/>
          </a:p>
        </p:txBody>
      </p:sp>
      <p:sp>
        <p:nvSpPr>
          <p:cNvPr id="174" name="Google Shape;174;p16"/>
          <p:cNvSpPr txBox="1"/>
          <p:nvPr>
            <p:ph idx="1" type="body"/>
          </p:nvPr>
        </p:nvSpPr>
        <p:spPr>
          <a:xfrm>
            <a:off x="838200" y="1690688"/>
            <a:ext cx="10515600" cy="4486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Fourth is days until password is eligible to be changed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Fifth is days before change is required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Sixth is days before expiration to warn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Seventh is days before account expires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Eighth is days since epoch when account expires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Ninth is unused/reserved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2021-05-12T17:56:05Z</dcterms:created>
  <dc:creator>Prajith</dc:creator>
</cp:coreProperties>
</file>